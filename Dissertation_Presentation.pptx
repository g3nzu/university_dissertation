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7"/>
  </p:notesMasterIdLst>
  <p:handoutMasterIdLst>
    <p:handoutMasterId r:id="rId28"/>
  </p:handoutMasterIdLst>
  <p:sldIdLst>
    <p:sldId id="282" r:id="rId5"/>
    <p:sldId id="292" r:id="rId6"/>
    <p:sldId id="283" r:id="rId7"/>
    <p:sldId id="297" r:id="rId8"/>
    <p:sldId id="298" r:id="rId9"/>
    <p:sldId id="299" r:id="rId10"/>
    <p:sldId id="300" r:id="rId11"/>
    <p:sldId id="301" r:id="rId12"/>
    <p:sldId id="302" r:id="rId13"/>
    <p:sldId id="303" r:id="rId14"/>
    <p:sldId id="304" r:id="rId15"/>
    <p:sldId id="305" r:id="rId16"/>
    <p:sldId id="306" r:id="rId17"/>
    <p:sldId id="307" r:id="rId18"/>
    <p:sldId id="308" r:id="rId19"/>
    <p:sldId id="309" r:id="rId20"/>
    <p:sldId id="310" r:id="rId21"/>
    <p:sldId id="311" r:id="rId22"/>
    <p:sldId id="312" r:id="rId23"/>
    <p:sldId id="313" r:id="rId24"/>
    <p:sldId id="314" r:id="rId25"/>
    <p:sldId id="296" r:id="rId26"/>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3FC18F-60F1-43EB-B5A8-BD0644056F4B}" v="686" dt="2025-04-11T05:47:18.584"/>
  </p1510:revLst>
</p1510:revInfo>
</file>

<file path=ppt/tableStyles.xml><?xml version="1.0" encoding="utf-8"?>
<a:tblStyleLst xmlns:a="http://schemas.openxmlformats.org/drawingml/2006/main" def="{073A0DAA-6AF3-43AB-8588-CEC1D06C72B9}"/>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82968" autoAdjust="0"/>
  </p:normalViewPr>
  <p:slideViewPr>
    <p:cSldViewPr snapToGrid="0">
      <p:cViewPr varScale="1">
        <p:scale>
          <a:sx n="132" d="100"/>
          <a:sy n="132" d="100"/>
        </p:scale>
        <p:origin x="1344" y="13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121" d="100"/>
          <a:sy n="121" d="100"/>
        </p:scale>
        <p:origin x="5022"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ctor Gamargo" userId="3d251e3302263bc3" providerId="LiveId" clId="{523FC18F-60F1-43EB-B5A8-BD0644056F4B}"/>
    <pc:docChg chg="undo custSel addSld delSld modSld sldOrd">
      <pc:chgData name="Victor Gamargo" userId="3d251e3302263bc3" providerId="LiveId" clId="{523FC18F-60F1-43EB-B5A8-BD0644056F4B}" dt="2025-04-11T05:47:31.831" v="22164" actId="166"/>
      <pc:docMkLst>
        <pc:docMk/>
      </pc:docMkLst>
      <pc:sldChg chg="del">
        <pc:chgData name="Victor Gamargo" userId="3d251e3302263bc3" providerId="LiveId" clId="{523FC18F-60F1-43EB-B5A8-BD0644056F4B}" dt="2025-04-11T05:45:24.392" v="22160" actId="47"/>
        <pc:sldMkLst>
          <pc:docMk/>
          <pc:sldMk cId="59582380" sldId="256"/>
        </pc:sldMkLst>
      </pc:sldChg>
      <pc:sldChg chg="addSp delSp modSp mod">
        <pc:chgData name="Victor Gamargo" userId="3d251e3302263bc3" providerId="LiveId" clId="{523FC18F-60F1-43EB-B5A8-BD0644056F4B}" dt="2025-04-11T05:47:31.831" v="22164" actId="166"/>
        <pc:sldMkLst>
          <pc:docMk/>
          <pc:sldMk cId="3899961691" sldId="282"/>
        </pc:sldMkLst>
        <pc:spChg chg="add del mod">
          <ac:chgData name="Victor Gamargo" userId="3d251e3302263bc3" providerId="LiveId" clId="{523FC18F-60F1-43EB-B5A8-BD0644056F4B}" dt="2025-04-11T03:57:45.682" v="14991" actId="478"/>
          <ac:spMkLst>
            <pc:docMk/>
            <pc:sldMk cId="3899961691" sldId="282"/>
            <ac:spMk id="2" creationId="{D19C4C02-1C03-F283-9B10-136FEB0B7454}"/>
          </ac:spMkLst>
        </pc:spChg>
        <pc:spChg chg="ord">
          <ac:chgData name="Victor Gamargo" userId="3d251e3302263bc3" providerId="LiveId" clId="{523FC18F-60F1-43EB-B5A8-BD0644056F4B}" dt="2025-04-11T05:47:31.831" v="22164" actId="166"/>
          <ac:spMkLst>
            <pc:docMk/>
            <pc:sldMk cId="3899961691" sldId="282"/>
            <ac:spMk id="4" creationId="{4772945D-CA91-4CFE-8EB7-941C7618C994}"/>
          </ac:spMkLst>
        </pc:spChg>
        <pc:spChg chg="add mod">
          <ac:chgData name="Victor Gamargo" userId="3d251e3302263bc3" providerId="LiveId" clId="{523FC18F-60F1-43EB-B5A8-BD0644056F4B}" dt="2025-04-11T03:59:53.046" v="15017" actId="14100"/>
          <ac:spMkLst>
            <pc:docMk/>
            <pc:sldMk cId="3899961691" sldId="282"/>
            <ac:spMk id="5" creationId="{B368B869-281F-36D1-A2B2-1BE9B8447C97}"/>
          </ac:spMkLst>
        </pc:spChg>
        <pc:spChg chg="add mod">
          <ac:chgData name="Victor Gamargo" userId="3d251e3302263bc3" providerId="LiveId" clId="{523FC18F-60F1-43EB-B5A8-BD0644056F4B}" dt="2025-04-11T05:47:18.139" v="22161" actId="478"/>
          <ac:spMkLst>
            <pc:docMk/>
            <pc:sldMk cId="3899961691" sldId="282"/>
            <ac:spMk id="6" creationId="{83C7ABC9-225D-EC23-8B3A-3851227ABA96}"/>
          </ac:spMkLst>
        </pc:spChg>
        <pc:picChg chg="del">
          <ac:chgData name="Victor Gamargo" userId="3d251e3302263bc3" providerId="LiveId" clId="{523FC18F-60F1-43EB-B5A8-BD0644056F4B}" dt="2025-04-11T05:47:18.139" v="22161" actId="478"/>
          <ac:picMkLst>
            <pc:docMk/>
            <pc:sldMk cId="3899961691" sldId="282"/>
            <ac:picMk id="7" creationId="{C0BA96B3-F713-41B0-A2E3-15E9039E4743}"/>
          </ac:picMkLst>
        </pc:picChg>
        <pc:picChg chg="add mod">
          <ac:chgData name="Victor Gamargo" userId="3d251e3302263bc3" providerId="LiveId" clId="{523FC18F-60F1-43EB-B5A8-BD0644056F4B}" dt="2025-04-11T05:47:27.060" v="22163" actId="14100"/>
          <ac:picMkLst>
            <pc:docMk/>
            <pc:sldMk cId="3899961691" sldId="282"/>
            <ac:picMk id="8" creationId="{4908CFA7-1B4D-CB51-5733-7163FF6D3A3D}"/>
          </ac:picMkLst>
        </pc:picChg>
      </pc:sldChg>
      <pc:sldChg chg="modSp del mod">
        <pc:chgData name="Victor Gamargo" userId="3d251e3302263bc3" providerId="LiveId" clId="{523FC18F-60F1-43EB-B5A8-BD0644056F4B}" dt="2025-04-10T23:47:13.751" v="1785" actId="47"/>
        <pc:sldMkLst>
          <pc:docMk/>
          <pc:sldMk cId="3188837873" sldId="284"/>
        </pc:sldMkLst>
        <pc:spChg chg="mod">
          <ac:chgData name="Victor Gamargo" userId="3d251e3302263bc3" providerId="LiveId" clId="{523FC18F-60F1-43EB-B5A8-BD0644056F4B}" dt="2025-04-10T23:47:10.337" v="1784" actId="20577"/>
          <ac:spMkLst>
            <pc:docMk/>
            <pc:sldMk cId="3188837873" sldId="284"/>
            <ac:spMk id="2" creationId="{19304E83-A4F0-49C5-BB01-F5773509A2B3}"/>
          </ac:spMkLst>
        </pc:spChg>
      </pc:sldChg>
      <pc:sldChg chg="del">
        <pc:chgData name="Victor Gamargo" userId="3d251e3302263bc3" providerId="LiveId" clId="{523FC18F-60F1-43EB-B5A8-BD0644056F4B}" dt="2025-04-11T05:17:02.065" v="19466" actId="47"/>
        <pc:sldMkLst>
          <pc:docMk/>
          <pc:sldMk cId="665219316" sldId="285"/>
        </pc:sldMkLst>
      </pc:sldChg>
      <pc:sldChg chg="del">
        <pc:chgData name="Victor Gamargo" userId="3d251e3302263bc3" providerId="LiveId" clId="{523FC18F-60F1-43EB-B5A8-BD0644056F4B}" dt="2025-04-11T05:16:57.539" v="19464" actId="47"/>
        <pc:sldMkLst>
          <pc:docMk/>
          <pc:sldMk cId="25800700" sldId="294"/>
        </pc:sldMkLst>
      </pc:sldChg>
      <pc:sldChg chg="del">
        <pc:chgData name="Victor Gamargo" userId="3d251e3302263bc3" providerId="LiveId" clId="{523FC18F-60F1-43EB-B5A8-BD0644056F4B}" dt="2025-04-11T05:17:00.859" v="19465" actId="47"/>
        <pc:sldMkLst>
          <pc:docMk/>
          <pc:sldMk cId="2575421478" sldId="295"/>
        </pc:sldMkLst>
      </pc:sldChg>
      <pc:sldChg chg="addSp delSp modSp mod">
        <pc:chgData name="Victor Gamargo" userId="3d251e3302263bc3" providerId="LiveId" clId="{523FC18F-60F1-43EB-B5A8-BD0644056F4B}" dt="2025-04-11T05:45:05.099" v="22159" actId="20577"/>
        <pc:sldMkLst>
          <pc:docMk/>
          <pc:sldMk cId="4153678306" sldId="296"/>
        </pc:sldMkLst>
        <pc:spChg chg="add del mod">
          <ac:chgData name="Victor Gamargo" userId="3d251e3302263bc3" providerId="LiveId" clId="{523FC18F-60F1-43EB-B5A8-BD0644056F4B}" dt="2025-04-11T05:43:54.829" v="22063" actId="478"/>
          <ac:spMkLst>
            <pc:docMk/>
            <pc:sldMk cId="4153678306" sldId="296"/>
            <ac:spMk id="3" creationId="{7845D797-2BFC-0545-B075-DD9C4A7C3819}"/>
          </ac:spMkLst>
        </pc:spChg>
        <pc:spChg chg="mod">
          <ac:chgData name="Victor Gamargo" userId="3d251e3302263bc3" providerId="LiveId" clId="{523FC18F-60F1-43EB-B5A8-BD0644056F4B}" dt="2025-04-11T05:43:48.385" v="22059" actId="14100"/>
          <ac:spMkLst>
            <pc:docMk/>
            <pc:sldMk cId="4153678306" sldId="296"/>
            <ac:spMk id="4" creationId="{60828E04-9C2A-4859-8050-C2DF67A249CB}"/>
          </ac:spMkLst>
        </pc:spChg>
        <pc:spChg chg="del mod">
          <ac:chgData name="Victor Gamargo" userId="3d251e3302263bc3" providerId="LiveId" clId="{523FC18F-60F1-43EB-B5A8-BD0644056F4B}" dt="2025-04-11T05:43:52.760" v="22061" actId="478"/>
          <ac:spMkLst>
            <pc:docMk/>
            <pc:sldMk cId="4153678306" sldId="296"/>
            <ac:spMk id="5" creationId="{11265965-2271-4C1C-BD0A-6F85F80FF9A6}"/>
          </ac:spMkLst>
        </pc:spChg>
        <pc:spChg chg="mod">
          <ac:chgData name="Victor Gamargo" userId="3d251e3302263bc3" providerId="LiveId" clId="{523FC18F-60F1-43EB-B5A8-BD0644056F4B}" dt="2025-04-11T05:44:06.877" v="22099" actId="20577"/>
          <ac:spMkLst>
            <pc:docMk/>
            <pc:sldMk cId="4153678306" sldId="296"/>
            <ac:spMk id="6" creationId="{50A3BCC3-A277-4C0B-9EBA-EB53990D8EBD}"/>
          </ac:spMkLst>
        </pc:spChg>
        <pc:spChg chg="mod">
          <ac:chgData name="Victor Gamargo" userId="3d251e3302263bc3" providerId="LiveId" clId="{523FC18F-60F1-43EB-B5A8-BD0644056F4B}" dt="2025-04-11T05:44:35.375" v="22106" actId="14100"/>
          <ac:spMkLst>
            <pc:docMk/>
            <pc:sldMk cId="4153678306" sldId="296"/>
            <ac:spMk id="21" creationId="{E382DE25-E72C-473B-AB0F-13DF377E6A8F}"/>
          </ac:spMkLst>
        </pc:spChg>
        <pc:spChg chg="mod">
          <ac:chgData name="Victor Gamargo" userId="3d251e3302263bc3" providerId="LiveId" clId="{523FC18F-60F1-43EB-B5A8-BD0644056F4B}" dt="2025-04-11T05:45:05.099" v="22159" actId="20577"/>
          <ac:spMkLst>
            <pc:docMk/>
            <pc:sldMk cId="4153678306" sldId="296"/>
            <ac:spMk id="22" creationId="{19352CF6-0F22-45A8-B28B-37FAFCE5C5D6}"/>
          </ac:spMkLst>
        </pc:spChg>
        <pc:picChg chg="del">
          <ac:chgData name="Victor Gamargo" userId="3d251e3302263bc3" providerId="LiveId" clId="{523FC18F-60F1-43EB-B5A8-BD0644056F4B}" dt="2025-04-11T05:43:53.566" v="22062" actId="478"/>
          <ac:picMkLst>
            <pc:docMk/>
            <pc:sldMk cId="4153678306" sldId="296"/>
            <ac:picMk id="10" creationId="{A29DE31C-E099-4579-BB03-675E0A40C5F2}"/>
          </ac:picMkLst>
        </pc:picChg>
      </pc:sldChg>
      <pc:sldChg chg="modNotesTx">
        <pc:chgData name="Victor Gamargo" userId="3d251e3302263bc3" providerId="LiveId" clId="{523FC18F-60F1-43EB-B5A8-BD0644056F4B}" dt="2025-04-10T23:46:53.520" v="1775" actId="20577"/>
        <pc:sldMkLst>
          <pc:docMk/>
          <pc:sldMk cId="1401940474" sldId="302"/>
        </pc:sldMkLst>
      </pc:sldChg>
      <pc:sldChg chg="addSp delSp modSp add mod modNotesTx">
        <pc:chgData name="Victor Gamargo" userId="3d251e3302263bc3" providerId="LiveId" clId="{523FC18F-60F1-43EB-B5A8-BD0644056F4B}" dt="2025-04-11T02:32:35.239" v="10212" actId="20577"/>
        <pc:sldMkLst>
          <pc:docMk/>
          <pc:sldMk cId="648741183" sldId="303"/>
        </pc:sldMkLst>
        <pc:spChg chg="mod">
          <ac:chgData name="Victor Gamargo" userId="3d251e3302263bc3" providerId="LiveId" clId="{523FC18F-60F1-43EB-B5A8-BD0644056F4B}" dt="2025-04-11T02:32:35.239" v="10212" actId="20577"/>
          <ac:spMkLst>
            <pc:docMk/>
            <pc:sldMk cId="648741183" sldId="303"/>
            <ac:spMk id="2" creationId="{7E1477A8-D476-FC6F-3FE4-CC2DECF44323}"/>
          </ac:spMkLst>
        </pc:spChg>
        <pc:spChg chg="mod">
          <ac:chgData name="Victor Gamargo" userId="3d251e3302263bc3" providerId="LiveId" clId="{523FC18F-60F1-43EB-B5A8-BD0644056F4B}" dt="2025-04-11T00:20:47.357" v="3930" actId="20577"/>
          <ac:spMkLst>
            <pc:docMk/>
            <pc:sldMk cId="648741183" sldId="303"/>
            <ac:spMk id="4" creationId="{7284094D-1A60-B7DE-1368-ABB173B43C5C}"/>
          </ac:spMkLst>
        </pc:spChg>
        <pc:picChg chg="add mod">
          <ac:chgData name="Victor Gamargo" userId="3d251e3302263bc3" providerId="LiveId" clId="{523FC18F-60F1-43EB-B5A8-BD0644056F4B}" dt="2025-04-10T23:54:34.267" v="2251" actId="1076"/>
          <ac:picMkLst>
            <pc:docMk/>
            <pc:sldMk cId="648741183" sldId="303"/>
            <ac:picMk id="5" creationId="{A4AAE569-32B3-63C0-CC67-DD5B63328D26}"/>
          </ac:picMkLst>
        </pc:picChg>
        <pc:picChg chg="add del mod">
          <ac:chgData name="Victor Gamargo" userId="3d251e3302263bc3" providerId="LiveId" clId="{523FC18F-60F1-43EB-B5A8-BD0644056F4B}" dt="2025-04-11T00:06:35.202" v="3377" actId="21"/>
          <ac:picMkLst>
            <pc:docMk/>
            <pc:sldMk cId="648741183" sldId="303"/>
            <ac:picMk id="10" creationId="{50D60082-7244-D388-E031-17364A568E69}"/>
          </ac:picMkLst>
        </pc:picChg>
      </pc:sldChg>
      <pc:sldChg chg="addSp delSp modSp add mod modNotesTx">
        <pc:chgData name="Victor Gamargo" userId="3d251e3302263bc3" providerId="LiveId" clId="{523FC18F-60F1-43EB-B5A8-BD0644056F4B}" dt="2025-04-11T00:10:00.944" v="3618" actId="1076"/>
        <pc:sldMkLst>
          <pc:docMk/>
          <pc:sldMk cId="1178924423" sldId="304"/>
        </pc:sldMkLst>
        <pc:spChg chg="del">
          <ac:chgData name="Victor Gamargo" userId="3d251e3302263bc3" providerId="LiveId" clId="{523FC18F-60F1-43EB-B5A8-BD0644056F4B}" dt="2025-04-11T00:02:26.068" v="3279" actId="478"/>
          <ac:spMkLst>
            <pc:docMk/>
            <pc:sldMk cId="1178924423" sldId="304"/>
            <ac:spMk id="2" creationId="{C791C1C7-6445-3DDF-94A0-9978F0C26314}"/>
          </ac:spMkLst>
        </pc:spChg>
        <pc:spChg chg="del mod">
          <ac:chgData name="Victor Gamargo" userId="3d251e3302263bc3" providerId="LiveId" clId="{523FC18F-60F1-43EB-B5A8-BD0644056F4B}" dt="2025-04-11T00:02:23.609" v="3277" actId="478"/>
          <ac:spMkLst>
            <pc:docMk/>
            <pc:sldMk cId="1178924423" sldId="304"/>
            <ac:spMk id="4" creationId="{BCE84B28-A44F-FA89-5929-5CBD9046B352}"/>
          </ac:spMkLst>
        </pc:spChg>
        <pc:spChg chg="del">
          <ac:chgData name="Victor Gamargo" userId="3d251e3302263bc3" providerId="LiveId" clId="{523FC18F-60F1-43EB-B5A8-BD0644056F4B}" dt="2025-04-11T00:03:57.491" v="3283"/>
          <ac:spMkLst>
            <pc:docMk/>
            <pc:sldMk cId="1178924423" sldId="304"/>
            <ac:spMk id="7" creationId="{0C7B92CB-0C7C-9853-CCE6-EA8431DE5EB8}"/>
          </ac:spMkLst>
        </pc:spChg>
        <pc:spChg chg="add del mod">
          <ac:chgData name="Victor Gamargo" userId="3d251e3302263bc3" providerId="LiveId" clId="{523FC18F-60F1-43EB-B5A8-BD0644056F4B}" dt="2025-04-11T00:02:24.618" v="3278" actId="478"/>
          <ac:spMkLst>
            <pc:docMk/>
            <pc:sldMk cId="1178924423" sldId="304"/>
            <ac:spMk id="9" creationId="{E8327EDD-2CA3-5D5A-FFBA-690CAFDBB34B}"/>
          </ac:spMkLst>
        </pc:spChg>
        <pc:spChg chg="add del mod">
          <ac:chgData name="Victor Gamargo" userId="3d251e3302263bc3" providerId="LiveId" clId="{523FC18F-60F1-43EB-B5A8-BD0644056F4B}" dt="2025-04-11T00:02:28.118" v="3280" actId="478"/>
          <ac:spMkLst>
            <pc:docMk/>
            <pc:sldMk cId="1178924423" sldId="304"/>
            <ac:spMk id="12" creationId="{23222964-9D53-D1D4-90FB-56A3B0F854DA}"/>
          </ac:spMkLst>
        </pc:spChg>
        <pc:spChg chg="add mod">
          <ac:chgData name="Victor Gamargo" userId="3d251e3302263bc3" providerId="LiveId" clId="{523FC18F-60F1-43EB-B5A8-BD0644056F4B}" dt="2025-04-11T00:10:00.944" v="3618" actId="1076"/>
          <ac:spMkLst>
            <pc:docMk/>
            <pc:sldMk cId="1178924423" sldId="304"/>
            <ac:spMk id="28" creationId="{AEDB2840-E540-601D-9B2A-44BAEF953BA8}"/>
          </ac:spMkLst>
        </pc:spChg>
        <pc:picChg chg="del">
          <ac:chgData name="Victor Gamargo" userId="3d251e3302263bc3" providerId="LiveId" clId="{523FC18F-60F1-43EB-B5A8-BD0644056F4B}" dt="2025-04-11T00:02:29.778" v="3281" actId="478"/>
          <ac:picMkLst>
            <pc:docMk/>
            <pc:sldMk cId="1178924423" sldId="304"/>
            <ac:picMk id="5" creationId="{DE86C4AF-74AC-988D-36DA-3C19259FFA01}"/>
          </ac:picMkLst>
        </pc:picChg>
        <pc:picChg chg="del">
          <ac:chgData name="Victor Gamargo" userId="3d251e3302263bc3" providerId="LiveId" clId="{523FC18F-60F1-43EB-B5A8-BD0644056F4B}" dt="2025-04-11T00:02:30.397" v="3282" actId="478"/>
          <ac:picMkLst>
            <pc:docMk/>
            <pc:sldMk cId="1178924423" sldId="304"/>
            <ac:picMk id="10" creationId="{9EA391D7-BBD5-A9EA-68BC-90F0B5A9727B}"/>
          </ac:picMkLst>
        </pc:picChg>
        <pc:picChg chg="add mod">
          <ac:chgData name="Victor Gamargo" userId="3d251e3302263bc3" providerId="LiveId" clId="{523FC18F-60F1-43EB-B5A8-BD0644056F4B}" dt="2025-04-11T00:03:58.695" v="3285" actId="962"/>
          <ac:picMkLst>
            <pc:docMk/>
            <pc:sldMk cId="1178924423" sldId="304"/>
            <ac:picMk id="14" creationId="{3430278F-42C1-2DFB-5191-2A83453522BB}"/>
          </ac:picMkLst>
        </pc:picChg>
        <pc:picChg chg="add mod">
          <ac:chgData name="Victor Gamargo" userId="3d251e3302263bc3" providerId="LiveId" clId="{523FC18F-60F1-43EB-B5A8-BD0644056F4B}" dt="2025-04-11T00:07:49.423" v="3423" actId="1076"/>
          <ac:picMkLst>
            <pc:docMk/>
            <pc:sldMk cId="1178924423" sldId="304"/>
            <ac:picMk id="16" creationId="{4DF34CBD-45ED-8C5F-5E8C-BF0921B6E34B}"/>
          </ac:picMkLst>
        </pc:picChg>
        <pc:picChg chg="add mod">
          <ac:chgData name="Victor Gamargo" userId="3d251e3302263bc3" providerId="LiveId" clId="{523FC18F-60F1-43EB-B5A8-BD0644056F4B}" dt="2025-04-11T00:07:52.800" v="3424" actId="1076"/>
          <ac:picMkLst>
            <pc:docMk/>
            <pc:sldMk cId="1178924423" sldId="304"/>
            <ac:picMk id="18" creationId="{BEA46029-5E67-B3AF-158F-491F8ECBBD7F}"/>
          </ac:picMkLst>
        </pc:picChg>
        <pc:picChg chg="add mod">
          <ac:chgData name="Victor Gamargo" userId="3d251e3302263bc3" providerId="LiveId" clId="{523FC18F-60F1-43EB-B5A8-BD0644056F4B}" dt="2025-04-11T00:07:57.093" v="3425" actId="1076"/>
          <ac:picMkLst>
            <pc:docMk/>
            <pc:sldMk cId="1178924423" sldId="304"/>
            <ac:picMk id="20" creationId="{BE9365D4-F39C-9180-E805-987978B25EDA}"/>
          </ac:picMkLst>
        </pc:picChg>
        <pc:picChg chg="add mod">
          <ac:chgData name="Victor Gamargo" userId="3d251e3302263bc3" providerId="LiveId" clId="{523FC18F-60F1-43EB-B5A8-BD0644056F4B}" dt="2025-04-11T00:07:33.189" v="3414" actId="1076"/>
          <ac:picMkLst>
            <pc:docMk/>
            <pc:sldMk cId="1178924423" sldId="304"/>
            <ac:picMk id="22" creationId="{CA5853E9-2605-C933-CEA9-AF40C51AB47E}"/>
          </ac:picMkLst>
        </pc:picChg>
        <pc:picChg chg="add mod">
          <ac:chgData name="Victor Gamargo" userId="3d251e3302263bc3" providerId="LiveId" clId="{523FC18F-60F1-43EB-B5A8-BD0644056F4B}" dt="2025-04-11T00:07:39.432" v="3421" actId="1076"/>
          <ac:picMkLst>
            <pc:docMk/>
            <pc:sldMk cId="1178924423" sldId="304"/>
            <ac:picMk id="24" creationId="{F4441223-D705-26B9-0AF4-D5F06D46AA12}"/>
          </ac:picMkLst>
        </pc:picChg>
        <pc:picChg chg="add mod">
          <ac:chgData name="Victor Gamargo" userId="3d251e3302263bc3" providerId="LiveId" clId="{523FC18F-60F1-43EB-B5A8-BD0644056F4B}" dt="2025-04-11T00:07:43.313" v="3422" actId="1076"/>
          <ac:picMkLst>
            <pc:docMk/>
            <pc:sldMk cId="1178924423" sldId="304"/>
            <ac:picMk id="26" creationId="{389F0163-95E8-8F8F-D6C3-E99ABC252B7F}"/>
          </ac:picMkLst>
        </pc:picChg>
        <pc:picChg chg="add mod ord">
          <ac:chgData name="Victor Gamargo" userId="3d251e3302263bc3" providerId="LiveId" clId="{523FC18F-60F1-43EB-B5A8-BD0644056F4B}" dt="2025-04-11T00:10:00.944" v="3618" actId="1076"/>
          <ac:picMkLst>
            <pc:docMk/>
            <pc:sldMk cId="1178924423" sldId="304"/>
            <ac:picMk id="27" creationId="{50D60082-7244-D388-E031-17364A568E69}"/>
          </ac:picMkLst>
        </pc:picChg>
      </pc:sldChg>
      <pc:sldChg chg="modSp add mod ord modNotesTx">
        <pc:chgData name="Victor Gamargo" userId="3d251e3302263bc3" providerId="LiveId" clId="{523FC18F-60F1-43EB-B5A8-BD0644056F4B}" dt="2025-04-11T01:16:41.370" v="7217" actId="20577"/>
        <pc:sldMkLst>
          <pc:docMk/>
          <pc:sldMk cId="1409051812" sldId="305"/>
        </pc:sldMkLst>
        <pc:spChg chg="mod">
          <ac:chgData name="Victor Gamargo" userId="3d251e3302263bc3" providerId="LiveId" clId="{523FC18F-60F1-43EB-B5A8-BD0644056F4B}" dt="2025-04-11T00:27:15.404" v="4588" actId="14100"/>
          <ac:spMkLst>
            <pc:docMk/>
            <pc:sldMk cId="1409051812" sldId="305"/>
            <ac:spMk id="2" creationId="{A987E95F-C507-20CD-796C-590C5F8ED372}"/>
          </ac:spMkLst>
        </pc:spChg>
        <pc:spChg chg="mod">
          <ac:chgData name="Victor Gamargo" userId="3d251e3302263bc3" providerId="LiveId" clId="{523FC18F-60F1-43EB-B5A8-BD0644056F4B}" dt="2025-04-11T00:31:41.328" v="4762" actId="404"/>
          <ac:spMkLst>
            <pc:docMk/>
            <pc:sldMk cId="1409051812" sldId="305"/>
            <ac:spMk id="4" creationId="{1F99EB03-18D4-0084-ED32-C6541FC29D7E}"/>
          </ac:spMkLst>
        </pc:spChg>
      </pc:sldChg>
      <pc:sldChg chg="addSp modSp add mod modNotesTx">
        <pc:chgData name="Victor Gamargo" userId="3d251e3302263bc3" providerId="LiveId" clId="{523FC18F-60F1-43EB-B5A8-BD0644056F4B}" dt="2025-04-11T03:27:00.018" v="13470" actId="20577"/>
        <pc:sldMkLst>
          <pc:docMk/>
          <pc:sldMk cId="147753438" sldId="306"/>
        </pc:sldMkLst>
        <pc:spChg chg="mod">
          <ac:chgData name="Victor Gamargo" userId="3d251e3302263bc3" providerId="LiveId" clId="{523FC18F-60F1-43EB-B5A8-BD0644056F4B}" dt="2025-04-11T01:19:36.267" v="7228" actId="14100"/>
          <ac:spMkLst>
            <pc:docMk/>
            <pc:sldMk cId="147753438" sldId="306"/>
            <ac:spMk id="2" creationId="{F45F5548-2B38-FFDA-86D7-1D4EC0437E2E}"/>
          </ac:spMkLst>
        </pc:spChg>
        <pc:spChg chg="mod">
          <ac:chgData name="Victor Gamargo" userId="3d251e3302263bc3" providerId="LiveId" clId="{523FC18F-60F1-43EB-B5A8-BD0644056F4B}" dt="2025-04-11T01:48:14.152" v="8188" actId="20577"/>
          <ac:spMkLst>
            <pc:docMk/>
            <pc:sldMk cId="147753438" sldId="306"/>
            <ac:spMk id="4" creationId="{8B4A8D60-6186-0086-22FA-00C1A9797B51}"/>
          </ac:spMkLst>
        </pc:spChg>
        <pc:graphicFrameChg chg="add mod">
          <ac:chgData name="Victor Gamargo" userId="3d251e3302263bc3" providerId="LiveId" clId="{523FC18F-60F1-43EB-B5A8-BD0644056F4B}" dt="2025-04-11T03:11:39.973" v="12952" actId="1076"/>
          <ac:graphicFrameMkLst>
            <pc:docMk/>
            <pc:sldMk cId="147753438" sldId="306"/>
            <ac:graphicFrameMk id="9" creationId="{451FD905-F992-27C2-8D56-6C8258ED2C76}"/>
          </ac:graphicFrameMkLst>
        </pc:graphicFrameChg>
        <pc:picChg chg="add mod">
          <ac:chgData name="Victor Gamargo" userId="3d251e3302263bc3" providerId="LiveId" clId="{523FC18F-60F1-43EB-B5A8-BD0644056F4B}" dt="2025-04-11T03:11:59.421" v="12958" actId="14100"/>
          <ac:picMkLst>
            <pc:docMk/>
            <pc:sldMk cId="147753438" sldId="306"/>
            <ac:picMk id="5" creationId="{8F55C0B3-12B7-204F-F91C-7A5A3F1C713B}"/>
          </ac:picMkLst>
        </pc:picChg>
      </pc:sldChg>
      <pc:sldChg chg="modSp add mod ord">
        <pc:chgData name="Victor Gamargo" userId="3d251e3302263bc3" providerId="LiveId" clId="{523FC18F-60F1-43EB-B5A8-BD0644056F4B}" dt="2025-04-11T02:20:20.936" v="9914" actId="255"/>
        <pc:sldMkLst>
          <pc:docMk/>
          <pc:sldMk cId="451135822" sldId="307"/>
        </pc:sldMkLst>
        <pc:spChg chg="mod">
          <ac:chgData name="Victor Gamargo" userId="3d251e3302263bc3" providerId="LiveId" clId="{523FC18F-60F1-43EB-B5A8-BD0644056F4B}" dt="2025-04-11T02:18:02.963" v="9831" actId="20577"/>
          <ac:spMkLst>
            <pc:docMk/>
            <pc:sldMk cId="451135822" sldId="307"/>
            <ac:spMk id="3" creationId="{E0A2EE00-F089-0821-29A6-653F6FE4F7B4}"/>
          </ac:spMkLst>
        </pc:spChg>
        <pc:spChg chg="mod">
          <ac:chgData name="Victor Gamargo" userId="3d251e3302263bc3" providerId="LiveId" clId="{523FC18F-60F1-43EB-B5A8-BD0644056F4B}" dt="2025-04-11T02:20:20.936" v="9914" actId="255"/>
          <ac:spMkLst>
            <pc:docMk/>
            <pc:sldMk cId="451135822" sldId="307"/>
            <ac:spMk id="4" creationId="{2A008D7E-BD65-DB4A-76AB-A7D8C7B22FB1}"/>
          </ac:spMkLst>
        </pc:spChg>
      </pc:sldChg>
      <pc:sldChg chg="addSp modSp add mod ord modNotesTx">
        <pc:chgData name="Victor Gamargo" userId="3d251e3302263bc3" providerId="LiveId" clId="{523FC18F-60F1-43EB-B5A8-BD0644056F4B}" dt="2025-04-11T02:50:11.243" v="12237" actId="20577"/>
        <pc:sldMkLst>
          <pc:docMk/>
          <pc:sldMk cId="230113269" sldId="308"/>
        </pc:sldMkLst>
        <pc:spChg chg="mod">
          <ac:chgData name="Victor Gamargo" userId="3d251e3302263bc3" providerId="LiveId" clId="{523FC18F-60F1-43EB-B5A8-BD0644056F4B}" dt="2025-04-11T02:21:22.821" v="9961" actId="14100"/>
          <ac:spMkLst>
            <pc:docMk/>
            <pc:sldMk cId="230113269" sldId="308"/>
            <ac:spMk id="2" creationId="{A3633102-5919-8D76-188F-83B7D6A520B5}"/>
          </ac:spMkLst>
        </pc:spChg>
        <pc:spChg chg="mod">
          <ac:chgData name="Victor Gamargo" userId="3d251e3302263bc3" providerId="LiveId" clId="{523FC18F-60F1-43EB-B5A8-BD0644056F4B}" dt="2025-04-11T02:35:14.574" v="10475" actId="14100"/>
          <ac:spMkLst>
            <pc:docMk/>
            <pc:sldMk cId="230113269" sldId="308"/>
            <ac:spMk id="4" creationId="{9C3A89A4-2D6D-0431-937D-75C3CBBBDA26}"/>
          </ac:spMkLst>
        </pc:spChg>
        <pc:graphicFrameChg chg="add mod modGraphic">
          <ac:chgData name="Victor Gamargo" userId="3d251e3302263bc3" providerId="LiveId" clId="{523FC18F-60F1-43EB-B5A8-BD0644056F4B}" dt="2025-04-11T02:40:07.320" v="10585" actId="12269"/>
          <ac:graphicFrameMkLst>
            <pc:docMk/>
            <pc:sldMk cId="230113269" sldId="308"/>
            <ac:graphicFrameMk id="3" creationId="{90E4E3D9-0CFE-BA2C-38BD-A9C6DFEE4F46}"/>
          </ac:graphicFrameMkLst>
        </pc:graphicFrameChg>
      </pc:sldChg>
      <pc:sldChg chg="addSp delSp modSp add mod modNotesTx">
        <pc:chgData name="Victor Gamargo" userId="3d251e3302263bc3" providerId="LiveId" clId="{523FC18F-60F1-43EB-B5A8-BD0644056F4B}" dt="2025-04-11T03:54:08.057" v="14972" actId="20577"/>
        <pc:sldMkLst>
          <pc:docMk/>
          <pc:sldMk cId="741878098" sldId="309"/>
        </pc:sldMkLst>
        <pc:spChg chg="mod">
          <ac:chgData name="Victor Gamargo" userId="3d251e3302263bc3" providerId="LiveId" clId="{523FC18F-60F1-43EB-B5A8-BD0644056F4B}" dt="2025-04-11T02:51:27.144" v="12289" actId="20577"/>
          <ac:spMkLst>
            <pc:docMk/>
            <pc:sldMk cId="741878098" sldId="309"/>
            <ac:spMk id="2" creationId="{F7EC700F-2C5B-24D3-DBCB-D4627544B851}"/>
          </ac:spMkLst>
        </pc:spChg>
        <pc:spChg chg="mod">
          <ac:chgData name="Victor Gamargo" userId="3d251e3302263bc3" providerId="LiveId" clId="{523FC18F-60F1-43EB-B5A8-BD0644056F4B}" dt="2025-04-11T03:34:44.647" v="13585" actId="14100"/>
          <ac:spMkLst>
            <pc:docMk/>
            <pc:sldMk cId="741878098" sldId="309"/>
            <ac:spMk id="4" creationId="{8BA0A1BA-E7D5-8B10-95B0-89BB4F4F0A33}"/>
          </ac:spMkLst>
        </pc:spChg>
        <pc:graphicFrameChg chg="del">
          <ac:chgData name="Victor Gamargo" userId="3d251e3302263bc3" providerId="LiveId" clId="{523FC18F-60F1-43EB-B5A8-BD0644056F4B}" dt="2025-04-11T02:50:27.135" v="12240" actId="478"/>
          <ac:graphicFrameMkLst>
            <pc:docMk/>
            <pc:sldMk cId="741878098" sldId="309"/>
            <ac:graphicFrameMk id="3" creationId="{CC92692A-44C3-7BCF-DE66-9B96135F9A09}"/>
          </ac:graphicFrameMkLst>
        </pc:graphicFrameChg>
        <pc:graphicFrameChg chg="add mod">
          <ac:chgData name="Victor Gamargo" userId="3d251e3302263bc3" providerId="LiveId" clId="{523FC18F-60F1-43EB-B5A8-BD0644056F4B}" dt="2025-04-11T03:11:02.414" v="12940"/>
          <ac:graphicFrameMkLst>
            <pc:docMk/>
            <pc:sldMk cId="741878098" sldId="309"/>
            <ac:graphicFrameMk id="10" creationId="{451FD905-F992-27C2-8D56-6C8258ED2C76}"/>
          </ac:graphicFrameMkLst>
        </pc:graphicFrameChg>
        <pc:graphicFrameChg chg="add mod modGraphic">
          <ac:chgData name="Victor Gamargo" userId="3d251e3302263bc3" providerId="LiveId" clId="{523FC18F-60F1-43EB-B5A8-BD0644056F4B}" dt="2025-04-11T03:48:51.045" v="14001" actId="12269"/>
          <ac:graphicFrameMkLst>
            <pc:docMk/>
            <pc:sldMk cId="741878098" sldId="309"/>
            <ac:graphicFrameMk id="14" creationId="{24F72F61-F8E9-5B91-EE1B-F19E062E83EA}"/>
          </ac:graphicFrameMkLst>
        </pc:graphicFrameChg>
      </pc:sldChg>
      <pc:sldChg chg="addSp delSp modSp add mod ord modNotesTx">
        <pc:chgData name="Victor Gamargo" userId="3d251e3302263bc3" providerId="LiveId" clId="{523FC18F-60F1-43EB-B5A8-BD0644056F4B}" dt="2025-04-11T04:36:06.983" v="17059" actId="1076"/>
        <pc:sldMkLst>
          <pc:docMk/>
          <pc:sldMk cId="727800740" sldId="310"/>
        </pc:sldMkLst>
        <pc:spChg chg="mod">
          <ac:chgData name="Victor Gamargo" userId="3d251e3302263bc3" providerId="LiveId" clId="{523FC18F-60F1-43EB-B5A8-BD0644056F4B}" dt="2025-04-11T04:24:06.685" v="15057" actId="20577"/>
          <ac:spMkLst>
            <pc:docMk/>
            <pc:sldMk cId="727800740" sldId="310"/>
            <ac:spMk id="2" creationId="{42BAD217-9392-B313-9B07-CE3FEE39F1E2}"/>
          </ac:spMkLst>
        </pc:spChg>
        <pc:spChg chg="mod">
          <ac:chgData name="Victor Gamargo" userId="3d251e3302263bc3" providerId="LiveId" clId="{523FC18F-60F1-43EB-B5A8-BD0644056F4B}" dt="2025-04-11T04:28:19.646" v="15582" actId="14100"/>
          <ac:spMkLst>
            <pc:docMk/>
            <pc:sldMk cId="727800740" sldId="310"/>
            <ac:spMk id="4" creationId="{0F007200-F0F1-CE54-0131-3293E05B8B39}"/>
          </ac:spMkLst>
        </pc:spChg>
        <pc:spChg chg="del">
          <ac:chgData name="Victor Gamargo" userId="3d251e3302263bc3" providerId="LiveId" clId="{523FC18F-60F1-43EB-B5A8-BD0644056F4B}" dt="2025-04-11T04:35:48.016" v="17046"/>
          <ac:spMkLst>
            <pc:docMk/>
            <pc:sldMk cId="727800740" sldId="310"/>
            <ac:spMk id="7" creationId="{9339D29F-2607-A842-AB50-F9ABC6AFA75F}"/>
          </ac:spMkLst>
        </pc:spChg>
        <pc:graphicFrameChg chg="del">
          <ac:chgData name="Victor Gamargo" userId="3d251e3302263bc3" providerId="LiveId" clId="{523FC18F-60F1-43EB-B5A8-BD0644056F4B}" dt="2025-04-11T04:24:15.740" v="15059" actId="478"/>
          <ac:graphicFrameMkLst>
            <pc:docMk/>
            <pc:sldMk cId="727800740" sldId="310"/>
            <ac:graphicFrameMk id="3" creationId="{FC0995AA-B9A6-F30B-2BBE-10423A66B918}"/>
          </ac:graphicFrameMkLst>
        </pc:graphicFrameChg>
        <pc:picChg chg="add mod">
          <ac:chgData name="Victor Gamargo" userId="3d251e3302263bc3" providerId="LiveId" clId="{523FC18F-60F1-43EB-B5A8-BD0644056F4B}" dt="2025-04-11T04:35:49.361" v="17048" actId="962"/>
          <ac:picMkLst>
            <pc:docMk/>
            <pc:sldMk cId="727800740" sldId="310"/>
            <ac:picMk id="9" creationId="{D6E39D14-FB19-CA51-7EC5-C226EBD40C3F}"/>
          </ac:picMkLst>
        </pc:picChg>
        <pc:picChg chg="add mod">
          <ac:chgData name="Victor Gamargo" userId="3d251e3302263bc3" providerId="LiveId" clId="{523FC18F-60F1-43EB-B5A8-BD0644056F4B}" dt="2025-04-11T04:36:06.983" v="17059" actId="1076"/>
          <ac:picMkLst>
            <pc:docMk/>
            <pc:sldMk cId="727800740" sldId="310"/>
            <ac:picMk id="11" creationId="{476DFB9F-261F-D18E-D45C-E7E53A92EE18}"/>
          </ac:picMkLst>
        </pc:picChg>
      </pc:sldChg>
      <pc:sldChg chg="modSp add mod ord">
        <pc:chgData name="Victor Gamargo" userId="3d251e3302263bc3" providerId="LiveId" clId="{523FC18F-60F1-43EB-B5A8-BD0644056F4B}" dt="2025-04-11T04:49:59.527" v="17143" actId="20577"/>
        <pc:sldMkLst>
          <pc:docMk/>
          <pc:sldMk cId="2956097652" sldId="311"/>
        </pc:sldMkLst>
        <pc:spChg chg="mod">
          <ac:chgData name="Victor Gamargo" userId="3d251e3302263bc3" providerId="LiveId" clId="{523FC18F-60F1-43EB-B5A8-BD0644056F4B}" dt="2025-04-11T04:46:04.097" v="17107" actId="20577"/>
          <ac:spMkLst>
            <pc:docMk/>
            <pc:sldMk cId="2956097652" sldId="311"/>
            <ac:spMk id="3" creationId="{53E9D36F-8114-AE55-395A-79FB22005488}"/>
          </ac:spMkLst>
        </pc:spChg>
        <pc:spChg chg="mod">
          <ac:chgData name="Victor Gamargo" userId="3d251e3302263bc3" providerId="LiveId" clId="{523FC18F-60F1-43EB-B5A8-BD0644056F4B}" dt="2025-04-11T04:49:59.527" v="17143" actId="20577"/>
          <ac:spMkLst>
            <pc:docMk/>
            <pc:sldMk cId="2956097652" sldId="311"/>
            <ac:spMk id="4" creationId="{0AFAC925-A79A-7F89-D368-450D19C258A3}"/>
          </ac:spMkLst>
        </pc:spChg>
      </pc:sldChg>
      <pc:sldChg chg="addSp modSp add mod ord modNotesTx">
        <pc:chgData name="Victor Gamargo" userId="3d251e3302263bc3" providerId="LiveId" clId="{523FC18F-60F1-43EB-B5A8-BD0644056F4B}" dt="2025-04-11T05:13:11.649" v="19306" actId="20577"/>
        <pc:sldMkLst>
          <pc:docMk/>
          <pc:sldMk cId="2950967546" sldId="312"/>
        </pc:sldMkLst>
        <pc:spChg chg="mod">
          <ac:chgData name="Victor Gamargo" userId="3d251e3302263bc3" providerId="LiveId" clId="{523FC18F-60F1-43EB-B5A8-BD0644056F4B}" dt="2025-04-11T04:59:48.598" v="18316" actId="14100"/>
          <ac:spMkLst>
            <pc:docMk/>
            <pc:sldMk cId="2950967546" sldId="312"/>
            <ac:spMk id="2" creationId="{9DD7168A-EA61-A57E-7E34-3B096B9EC5DE}"/>
          </ac:spMkLst>
        </pc:spChg>
        <pc:spChg chg="mod">
          <ac:chgData name="Victor Gamargo" userId="3d251e3302263bc3" providerId="LiveId" clId="{523FC18F-60F1-43EB-B5A8-BD0644056F4B}" dt="2025-04-11T04:59:44.670" v="18315" actId="14100"/>
          <ac:spMkLst>
            <pc:docMk/>
            <pc:sldMk cId="2950967546" sldId="312"/>
            <ac:spMk id="4" creationId="{9BFA9004-762C-6E34-D96F-F99813A430DF}"/>
          </ac:spMkLst>
        </pc:spChg>
        <pc:spChg chg="add mod">
          <ac:chgData name="Victor Gamargo" userId="3d251e3302263bc3" providerId="LiveId" clId="{523FC18F-60F1-43EB-B5A8-BD0644056F4B}" dt="2025-04-11T05:06:35.912" v="18506" actId="14100"/>
          <ac:spMkLst>
            <pc:docMk/>
            <pc:sldMk cId="2950967546" sldId="312"/>
            <ac:spMk id="10" creationId="{B2F5E14C-4A15-732B-F8C7-555E00EF4966}"/>
          </ac:spMkLst>
        </pc:spChg>
        <pc:spChg chg="add mod">
          <ac:chgData name="Victor Gamargo" userId="3d251e3302263bc3" providerId="LiveId" clId="{523FC18F-60F1-43EB-B5A8-BD0644056F4B}" dt="2025-04-11T05:07:30.235" v="18535" actId="1076"/>
          <ac:spMkLst>
            <pc:docMk/>
            <pc:sldMk cId="2950967546" sldId="312"/>
            <ac:spMk id="11" creationId="{178CB202-7F0A-A06A-B6AC-E7521BFA9138}"/>
          </ac:spMkLst>
        </pc:spChg>
        <pc:spChg chg="add mod">
          <ac:chgData name="Victor Gamargo" userId="3d251e3302263bc3" providerId="LiveId" clId="{523FC18F-60F1-43EB-B5A8-BD0644056F4B}" dt="2025-04-11T05:08:22.731" v="18550" actId="1076"/>
          <ac:spMkLst>
            <pc:docMk/>
            <pc:sldMk cId="2950967546" sldId="312"/>
            <ac:spMk id="12" creationId="{ADFD98B5-CD3A-F6A6-DB0B-D698F182C283}"/>
          </ac:spMkLst>
        </pc:spChg>
        <pc:spChg chg="add mod">
          <ac:chgData name="Victor Gamargo" userId="3d251e3302263bc3" providerId="LiveId" clId="{523FC18F-60F1-43EB-B5A8-BD0644056F4B}" dt="2025-04-11T05:09:17.045" v="18567" actId="1076"/>
          <ac:spMkLst>
            <pc:docMk/>
            <pc:sldMk cId="2950967546" sldId="312"/>
            <ac:spMk id="13" creationId="{85B2AD68-FFDA-A0E2-2091-009D17A5CAD3}"/>
          </ac:spMkLst>
        </pc:spChg>
        <pc:graphicFrameChg chg="add mod modGraphic">
          <ac:chgData name="Victor Gamargo" userId="3d251e3302263bc3" providerId="LiveId" clId="{523FC18F-60F1-43EB-B5A8-BD0644056F4B}" dt="2025-04-11T05:05:42.647" v="18501" actId="12100"/>
          <ac:graphicFrameMkLst>
            <pc:docMk/>
            <pc:sldMk cId="2950967546" sldId="312"/>
            <ac:graphicFrameMk id="9" creationId="{2970FE8F-B7C7-5567-A521-C3239A201A1D}"/>
          </ac:graphicFrameMkLst>
        </pc:graphicFrameChg>
      </pc:sldChg>
      <pc:sldChg chg="modSp add mod ord">
        <pc:chgData name="Victor Gamargo" userId="3d251e3302263bc3" providerId="LiveId" clId="{523FC18F-60F1-43EB-B5A8-BD0644056F4B}" dt="2025-04-11T05:16:32.992" v="19460" actId="20577"/>
        <pc:sldMkLst>
          <pc:docMk/>
          <pc:sldMk cId="3101328310" sldId="313"/>
        </pc:sldMkLst>
        <pc:spChg chg="mod">
          <ac:chgData name="Victor Gamargo" userId="3d251e3302263bc3" providerId="LiveId" clId="{523FC18F-60F1-43EB-B5A8-BD0644056F4B}" dt="2025-04-11T05:16:07.330" v="19413" actId="27636"/>
          <ac:spMkLst>
            <pc:docMk/>
            <pc:sldMk cId="3101328310" sldId="313"/>
            <ac:spMk id="3" creationId="{C8BEEE8D-80A8-71D6-AAA6-640D779EACA5}"/>
          </ac:spMkLst>
        </pc:spChg>
        <pc:spChg chg="mod">
          <ac:chgData name="Victor Gamargo" userId="3d251e3302263bc3" providerId="LiveId" clId="{523FC18F-60F1-43EB-B5A8-BD0644056F4B}" dt="2025-04-11T05:16:32.992" v="19460" actId="20577"/>
          <ac:spMkLst>
            <pc:docMk/>
            <pc:sldMk cId="3101328310" sldId="313"/>
            <ac:spMk id="4" creationId="{AD647315-18B1-2475-0797-2A4B5B4B5F06}"/>
          </ac:spMkLst>
        </pc:spChg>
      </pc:sldChg>
      <pc:sldChg chg="modSp add mod ord modNotesTx">
        <pc:chgData name="Victor Gamargo" userId="3d251e3302263bc3" providerId="LiveId" clId="{523FC18F-60F1-43EB-B5A8-BD0644056F4B}" dt="2025-04-11T05:43:06.262" v="22017"/>
        <pc:sldMkLst>
          <pc:docMk/>
          <pc:sldMk cId="1562974973" sldId="314"/>
        </pc:sldMkLst>
        <pc:spChg chg="mod">
          <ac:chgData name="Victor Gamargo" userId="3d251e3302263bc3" providerId="LiveId" clId="{523FC18F-60F1-43EB-B5A8-BD0644056F4B}" dt="2025-04-11T05:21:26.880" v="19507" actId="20577"/>
          <ac:spMkLst>
            <pc:docMk/>
            <pc:sldMk cId="1562974973" sldId="314"/>
            <ac:spMk id="2" creationId="{7CBD31C2-B072-E097-6CF6-AD2B2324AAA7}"/>
          </ac:spMkLst>
        </pc:spChg>
        <pc:spChg chg="mod">
          <ac:chgData name="Victor Gamargo" userId="3d251e3302263bc3" providerId="LiveId" clId="{523FC18F-60F1-43EB-B5A8-BD0644056F4B}" dt="2025-04-11T05:28:40.754" v="20507" actId="14100"/>
          <ac:spMkLst>
            <pc:docMk/>
            <pc:sldMk cId="1562974973" sldId="314"/>
            <ac:spMk id="4" creationId="{86B6A288-5D7C-2FCC-776F-E86883582F87}"/>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vagfl\Python%20Uni\Dissertation\results_0.2.csv"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[results_0.2.csv]Sheet1!PivotTable15</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Sum of F1_Score by Model</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Sheet1!$C$3</c:f>
              <c:strCache>
                <c:ptCount val="1"/>
                <c:pt idx="0">
                  <c:v>Total</c:v>
                </c:pt>
              </c:strCache>
            </c:strRef>
          </c:tx>
          <c:spPr>
            <a:solidFill>
              <a:schemeClr val="accent1"/>
            </a:solidFill>
            <a:ln>
              <a:noFill/>
            </a:ln>
            <a:effectLst/>
          </c:spPr>
          <c:invertIfNegative val="0"/>
          <c:cat>
            <c:multiLvlStrRef>
              <c:f>Sheet1!$A$4:$B$11</c:f>
              <c:multiLvlStrCache>
                <c:ptCount val="8"/>
                <c:lvl>
                  <c:pt idx="0">
                    <c:v>Level_0</c:v>
                  </c:pt>
                  <c:pt idx="1">
                    <c:v>Level_1</c:v>
                  </c:pt>
                  <c:pt idx="2">
                    <c:v>Level_2</c:v>
                  </c:pt>
                  <c:pt idx="3">
                    <c:v>Level_3</c:v>
                  </c:pt>
                  <c:pt idx="4">
                    <c:v>Level_0</c:v>
                  </c:pt>
                  <c:pt idx="5">
                    <c:v>Level_1</c:v>
                  </c:pt>
                  <c:pt idx="6">
                    <c:v>Level_2</c:v>
                  </c:pt>
                  <c:pt idx="7">
                    <c:v>Level_3</c:v>
                  </c:pt>
                </c:lvl>
                <c:lvl>
                  <c:pt idx="0">
                    <c:v>YOLOv11</c:v>
                  </c:pt>
                  <c:pt idx="4">
                    <c:v>YOLOv8</c:v>
                  </c:pt>
                </c:lvl>
              </c:multiLvlStrCache>
            </c:multiLvlStrRef>
          </c:cat>
          <c:val>
            <c:numRef>
              <c:f>Sheet1!$C$4:$C$11</c:f>
              <c:numCache>
                <c:formatCode>General</c:formatCode>
                <c:ptCount val="8"/>
                <c:pt idx="0">
                  <c:v>25</c:v>
                </c:pt>
                <c:pt idx="1">
                  <c:v>23.666666666666664</c:v>
                </c:pt>
                <c:pt idx="2">
                  <c:v>13.666666666666654</c:v>
                </c:pt>
                <c:pt idx="3">
                  <c:v>16.333333333333329</c:v>
                </c:pt>
                <c:pt idx="4">
                  <c:v>25</c:v>
                </c:pt>
                <c:pt idx="5">
                  <c:v>22.666666666666664</c:v>
                </c:pt>
                <c:pt idx="6">
                  <c:v>17.166666666666664</c:v>
                </c:pt>
                <c:pt idx="7">
                  <c:v>10.566666666666658</c:v>
                </c:pt>
              </c:numCache>
            </c:numRef>
          </c:val>
          <c:extLst>
            <c:ext xmlns:c16="http://schemas.microsoft.com/office/drawing/2014/chart" uri="{C3380CC4-5D6E-409C-BE32-E72D297353CC}">
              <c16:uniqueId val="{00000000-1BA8-4313-B260-F59B7BB52014}"/>
            </c:ext>
          </c:extLst>
        </c:ser>
        <c:dLbls>
          <c:showLegendKey val="0"/>
          <c:showVal val="0"/>
          <c:showCatName val="0"/>
          <c:showSerName val="0"/>
          <c:showPercent val="0"/>
          <c:showBubbleSize val="0"/>
        </c:dLbls>
        <c:gapWidth val="219"/>
        <c:overlap val="-27"/>
        <c:axId val="1222954128"/>
        <c:axId val="1222939248"/>
      </c:barChart>
      <c:catAx>
        <c:axId val="1222954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22939248"/>
        <c:crosses val="autoZero"/>
        <c:auto val="1"/>
        <c:lblAlgn val="ctr"/>
        <c:lblOffset val="100"/>
        <c:noMultiLvlLbl val="0"/>
      </c:catAx>
      <c:valAx>
        <c:axId val="12229392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2295412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A85E38-731B-4F2E-A0F8-4E2FF0CEBC25}" type="doc">
      <dgm:prSet loTypeId="urn:microsoft.com/office/officeart/2005/8/layout/hChevron3" loCatId="process" qsTypeId="urn:microsoft.com/office/officeart/2005/8/quickstyle/3d2" qsCatId="3D" csTypeId="urn:microsoft.com/office/officeart/2005/8/colors/accent0_2" csCatId="mainScheme" phldr="1"/>
      <dgm:spPr/>
    </dgm:pt>
    <dgm:pt modelId="{8400CCDB-DC9A-487D-88F8-B2A85FEBF5B0}">
      <dgm:prSet phldrT="[Text]" custT="1"/>
      <dgm:spPr/>
      <dgm:t>
        <a:bodyPr/>
        <a:lstStyle/>
        <a:p>
          <a:r>
            <a:rPr lang="en-GB" sz="1800" dirty="0"/>
            <a:t>Dataset collection</a:t>
          </a:r>
        </a:p>
      </dgm:t>
    </dgm:pt>
    <dgm:pt modelId="{7B9273C1-61E8-44AB-A091-C9642DBD06C9}" type="parTrans" cxnId="{ECA9F9EA-EB39-4A3C-9FB8-077ACD5204DB}">
      <dgm:prSet/>
      <dgm:spPr/>
      <dgm:t>
        <a:bodyPr/>
        <a:lstStyle/>
        <a:p>
          <a:endParaRPr lang="en-GB"/>
        </a:p>
      </dgm:t>
    </dgm:pt>
    <dgm:pt modelId="{E6F8F142-AD0C-4A10-AA91-DF5A03878058}" type="sibTrans" cxnId="{ECA9F9EA-EB39-4A3C-9FB8-077ACD5204DB}">
      <dgm:prSet/>
      <dgm:spPr/>
      <dgm:t>
        <a:bodyPr/>
        <a:lstStyle/>
        <a:p>
          <a:endParaRPr lang="en-GB"/>
        </a:p>
      </dgm:t>
    </dgm:pt>
    <dgm:pt modelId="{03129072-7470-41AB-93D8-E570929CCE8D}">
      <dgm:prSet phldrT="[Text]" custT="1"/>
      <dgm:spPr/>
      <dgm:t>
        <a:bodyPr/>
        <a:lstStyle/>
        <a:p>
          <a:r>
            <a:rPr lang="en-GB" sz="1800" dirty="0"/>
            <a:t>Training</a:t>
          </a:r>
        </a:p>
      </dgm:t>
    </dgm:pt>
    <dgm:pt modelId="{903BAD95-A715-4B81-AEC2-668F331B50C3}" type="parTrans" cxnId="{C971057A-C180-4FE8-B55C-DD4CD7D705A3}">
      <dgm:prSet/>
      <dgm:spPr/>
      <dgm:t>
        <a:bodyPr/>
        <a:lstStyle/>
        <a:p>
          <a:endParaRPr lang="en-GB"/>
        </a:p>
      </dgm:t>
    </dgm:pt>
    <dgm:pt modelId="{9192492B-FA77-47F7-90FD-980506C17035}" type="sibTrans" cxnId="{C971057A-C180-4FE8-B55C-DD4CD7D705A3}">
      <dgm:prSet/>
      <dgm:spPr/>
      <dgm:t>
        <a:bodyPr/>
        <a:lstStyle/>
        <a:p>
          <a:endParaRPr lang="en-GB"/>
        </a:p>
      </dgm:t>
    </dgm:pt>
    <dgm:pt modelId="{B3D43F91-922A-427D-9BF6-73235CF0E3B6}">
      <dgm:prSet phldrT="[Text]" custT="1"/>
      <dgm:spPr/>
      <dgm:t>
        <a:bodyPr/>
        <a:lstStyle/>
        <a:p>
          <a:r>
            <a:rPr lang="en-GB" sz="1800" dirty="0"/>
            <a:t>Labelling</a:t>
          </a:r>
        </a:p>
      </dgm:t>
    </dgm:pt>
    <dgm:pt modelId="{75F0BA77-EF6D-46AA-985C-0C0E49D70498}" type="sibTrans" cxnId="{7CA304C6-B491-4C5F-871F-69E187523334}">
      <dgm:prSet/>
      <dgm:spPr/>
      <dgm:t>
        <a:bodyPr/>
        <a:lstStyle/>
        <a:p>
          <a:endParaRPr lang="en-GB"/>
        </a:p>
      </dgm:t>
    </dgm:pt>
    <dgm:pt modelId="{7125326C-C9FA-439A-935B-B20B67C998D6}" type="parTrans" cxnId="{7CA304C6-B491-4C5F-871F-69E187523334}">
      <dgm:prSet/>
      <dgm:spPr/>
      <dgm:t>
        <a:bodyPr/>
        <a:lstStyle/>
        <a:p>
          <a:endParaRPr lang="en-GB"/>
        </a:p>
      </dgm:t>
    </dgm:pt>
    <dgm:pt modelId="{F9AD7419-1EB9-4907-B98A-844735C95D1F}">
      <dgm:prSet phldrT="[Text]" custT="1"/>
      <dgm:spPr/>
      <dgm:t>
        <a:bodyPr/>
        <a:lstStyle/>
        <a:p>
          <a:r>
            <a:rPr lang="en-GB" sz="1800" dirty="0"/>
            <a:t>Testing</a:t>
          </a:r>
        </a:p>
      </dgm:t>
    </dgm:pt>
    <dgm:pt modelId="{EE61DD77-4037-4E08-BB4F-5BEB4CAAC61B}" type="parTrans" cxnId="{95E02D6A-2354-42CC-B6B5-138679A50B41}">
      <dgm:prSet/>
      <dgm:spPr/>
      <dgm:t>
        <a:bodyPr/>
        <a:lstStyle/>
        <a:p>
          <a:endParaRPr lang="en-GB"/>
        </a:p>
      </dgm:t>
    </dgm:pt>
    <dgm:pt modelId="{89BDB406-DB81-4A16-A2E2-7EFEA1BEB912}" type="sibTrans" cxnId="{95E02D6A-2354-42CC-B6B5-138679A50B41}">
      <dgm:prSet/>
      <dgm:spPr/>
      <dgm:t>
        <a:bodyPr/>
        <a:lstStyle/>
        <a:p>
          <a:endParaRPr lang="en-GB"/>
        </a:p>
      </dgm:t>
    </dgm:pt>
    <dgm:pt modelId="{3B605759-0790-4E22-8ECD-406CBA4502EE}">
      <dgm:prSet phldrT="[Text]" custT="1"/>
      <dgm:spPr/>
      <dgm:t>
        <a:bodyPr/>
        <a:lstStyle/>
        <a:p>
          <a:r>
            <a:rPr lang="en-GB" sz="1800" dirty="0"/>
            <a:t>Analysis</a:t>
          </a:r>
        </a:p>
      </dgm:t>
    </dgm:pt>
    <dgm:pt modelId="{8EBC5371-CA11-4181-99B3-A98DAE2D24C5}" type="parTrans" cxnId="{8DEC9F13-58D0-4DC6-9D78-43ABC069B401}">
      <dgm:prSet/>
      <dgm:spPr/>
      <dgm:t>
        <a:bodyPr/>
        <a:lstStyle/>
        <a:p>
          <a:endParaRPr lang="en-GB"/>
        </a:p>
      </dgm:t>
    </dgm:pt>
    <dgm:pt modelId="{BE87CA90-3AC7-4166-9C04-B8B3A0D78D3D}" type="sibTrans" cxnId="{8DEC9F13-58D0-4DC6-9D78-43ABC069B401}">
      <dgm:prSet/>
      <dgm:spPr/>
      <dgm:t>
        <a:bodyPr/>
        <a:lstStyle/>
        <a:p>
          <a:endParaRPr lang="en-GB"/>
        </a:p>
      </dgm:t>
    </dgm:pt>
    <dgm:pt modelId="{C6C33ED5-DF34-4E4B-A72F-DE270499916D}" type="pres">
      <dgm:prSet presAssocID="{B5A85E38-731B-4F2E-A0F8-4E2FF0CEBC25}" presName="Name0" presStyleCnt="0">
        <dgm:presLayoutVars>
          <dgm:dir/>
          <dgm:resizeHandles val="exact"/>
        </dgm:presLayoutVars>
      </dgm:prSet>
      <dgm:spPr/>
    </dgm:pt>
    <dgm:pt modelId="{88F24536-36B5-4D1C-96C9-0C143E16626B}" type="pres">
      <dgm:prSet presAssocID="{8400CCDB-DC9A-487D-88F8-B2A85FEBF5B0}" presName="parTxOnly" presStyleLbl="node1" presStyleIdx="0" presStyleCnt="5" custLinFactNeighborX="0" custLinFactNeighborY="92358">
        <dgm:presLayoutVars>
          <dgm:bulletEnabled val="1"/>
        </dgm:presLayoutVars>
      </dgm:prSet>
      <dgm:spPr/>
    </dgm:pt>
    <dgm:pt modelId="{3811E878-4B3E-48D7-9B12-FE7E2AC9BE8C}" type="pres">
      <dgm:prSet presAssocID="{E6F8F142-AD0C-4A10-AA91-DF5A03878058}" presName="parSpace" presStyleCnt="0"/>
      <dgm:spPr/>
    </dgm:pt>
    <dgm:pt modelId="{57C0F082-F8B4-43DB-8210-E2536E4BE22E}" type="pres">
      <dgm:prSet presAssocID="{B3D43F91-922A-427D-9BF6-73235CF0E3B6}" presName="parTxOnly" presStyleLbl="node1" presStyleIdx="1" presStyleCnt="5" custLinFactNeighborX="0" custLinFactNeighborY="92358">
        <dgm:presLayoutVars>
          <dgm:bulletEnabled val="1"/>
        </dgm:presLayoutVars>
      </dgm:prSet>
      <dgm:spPr/>
    </dgm:pt>
    <dgm:pt modelId="{5E82A93A-352E-4141-BB58-2627ED76E685}" type="pres">
      <dgm:prSet presAssocID="{75F0BA77-EF6D-46AA-985C-0C0E49D70498}" presName="parSpace" presStyleCnt="0"/>
      <dgm:spPr/>
    </dgm:pt>
    <dgm:pt modelId="{90B38F72-DE0F-4B3B-AFAC-F406F8AFDF20}" type="pres">
      <dgm:prSet presAssocID="{03129072-7470-41AB-93D8-E570929CCE8D}" presName="parTxOnly" presStyleLbl="node1" presStyleIdx="2" presStyleCnt="5" custLinFactNeighborX="0" custLinFactNeighborY="92358">
        <dgm:presLayoutVars>
          <dgm:bulletEnabled val="1"/>
        </dgm:presLayoutVars>
      </dgm:prSet>
      <dgm:spPr/>
    </dgm:pt>
    <dgm:pt modelId="{7E818CDB-A538-4C82-93CB-B52788746587}" type="pres">
      <dgm:prSet presAssocID="{9192492B-FA77-47F7-90FD-980506C17035}" presName="parSpace" presStyleCnt="0"/>
      <dgm:spPr/>
    </dgm:pt>
    <dgm:pt modelId="{5BC03C78-A868-4673-A7D2-E5025533E001}" type="pres">
      <dgm:prSet presAssocID="{F9AD7419-1EB9-4907-B98A-844735C95D1F}" presName="parTxOnly" presStyleLbl="node1" presStyleIdx="3" presStyleCnt="5" custLinFactNeighborX="0" custLinFactNeighborY="92358">
        <dgm:presLayoutVars>
          <dgm:bulletEnabled val="1"/>
        </dgm:presLayoutVars>
      </dgm:prSet>
      <dgm:spPr/>
    </dgm:pt>
    <dgm:pt modelId="{9F2F8CC6-534D-46CE-8205-62809DC1B5CA}" type="pres">
      <dgm:prSet presAssocID="{89BDB406-DB81-4A16-A2E2-7EFEA1BEB912}" presName="parSpace" presStyleCnt="0"/>
      <dgm:spPr/>
    </dgm:pt>
    <dgm:pt modelId="{F25FEBF3-7555-427D-A7C3-86B875B90C63}" type="pres">
      <dgm:prSet presAssocID="{3B605759-0790-4E22-8ECD-406CBA4502EE}" presName="parTxOnly" presStyleLbl="node1" presStyleIdx="4" presStyleCnt="5" custLinFactNeighborX="0" custLinFactNeighborY="92358">
        <dgm:presLayoutVars>
          <dgm:bulletEnabled val="1"/>
        </dgm:presLayoutVars>
      </dgm:prSet>
      <dgm:spPr/>
    </dgm:pt>
  </dgm:ptLst>
  <dgm:cxnLst>
    <dgm:cxn modelId="{8DEC9F13-58D0-4DC6-9D78-43ABC069B401}" srcId="{B5A85E38-731B-4F2E-A0F8-4E2FF0CEBC25}" destId="{3B605759-0790-4E22-8ECD-406CBA4502EE}" srcOrd="4" destOrd="0" parTransId="{8EBC5371-CA11-4181-99B3-A98DAE2D24C5}" sibTransId="{BE87CA90-3AC7-4166-9C04-B8B3A0D78D3D}"/>
    <dgm:cxn modelId="{5195DF19-25AC-4299-AF95-DB65A56EBE7D}" type="presOf" srcId="{03129072-7470-41AB-93D8-E570929CCE8D}" destId="{90B38F72-DE0F-4B3B-AFAC-F406F8AFDF20}" srcOrd="0" destOrd="0" presId="urn:microsoft.com/office/officeart/2005/8/layout/hChevron3"/>
    <dgm:cxn modelId="{6AF01C3A-1A3F-487A-B154-1CFFAD5CBD28}" type="presOf" srcId="{B5A85E38-731B-4F2E-A0F8-4E2FF0CEBC25}" destId="{C6C33ED5-DF34-4E4B-A72F-DE270499916D}" srcOrd="0" destOrd="0" presId="urn:microsoft.com/office/officeart/2005/8/layout/hChevron3"/>
    <dgm:cxn modelId="{D2904761-2D13-4264-8B0D-461BC8EA7912}" type="presOf" srcId="{8400CCDB-DC9A-487D-88F8-B2A85FEBF5B0}" destId="{88F24536-36B5-4D1C-96C9-0C143E16626B}" srcOrd="0" destOrd="0" presId="urn:microsoft.com/office/officeart/2005/8/layout/hChevron3"/>
    <dgm:cxn modelId="{95E02D6A-2354-42CC-B6B5-138679A50B41}" srcId="{B5A85E38-731B-4F2E-A0F8-4E2FF0CEBC25}" destId="{F9AD7419-1EB9-4907-B98A-844735C95D1F}" srcOrd="3" destOrd="0" parTransId="{EE61DD77-4037-4E08-BB4F-5BEB4CAAC61B}" sibTransId="{89BDB406-DB81-4A16-A2E2-7EFEA1BEB912}"/>
    <dgm:cxn modelId="{C971057A-C180-4FE8-B55C-DD4CD7D705A3}" srcId="{B5A85E38-731B-4F2E-A0F8-4E2FF0CEBC25}" destId="{03129072-7470-41AB-93D8-E570929CCE8D}" srcOrd="2" destOrd="0" parTransId="{903BAD95-A715-4B81-AEC2-668F331B50C3}" sibTransId="{9192492B-FA77-47F7-90FD-980506C17035}"/>
    <dgm:cxn modelId="{70D66DA0-11C8-46A0-8B8F-290EB328DF7A}" type="presOf" srcId="{3B605759-0790-4E22-8ECD-406CBA4502EE}" destId="{F25FEBF3-7555-427D-A7C3-86B875B90C63}" srcOrd="0" destOrd="0" presId="urn:microsoft.com/office/officeart/2005/8/layout/hChevron3"/>
    <dgm:cxn modelId="{7CA304C6-B491-4C5F-871F-69E187523334}" srcId="{B5A85E38-731B-4F2E-A0F8-4E2FF0CEBC25}" destId="{B3D43F91-922A-427D-9BF6-73235CF0E3B6}" srcOrd="1" destOrd="0" parTransId="{7125326C-C9FA-439A-935B-B20B67C998D6}" sibTransId="{75F0BA77-EF6D-46AA-985C-0C0E49D70498}"/>
    <dgm:cxn modelId="{A1745BC7-8728-43D2-AB1F-6B9C37120004}" type="presOf" srcId="{F9AD7419-1EB9-4907-B98A-844735C95D1F}" destId="{5BC03C78-A868-4673-A7D2-E5025533E001}" srcOrd="0" destOrd="0" presId="urn:microsoft.com/office/officeart/2005/8/layout/hChevron3"/>
    <dgm:cxn modelId="{ECA9F9EA-EB39-4A3C-9FB8-077ACD5204DB}" srcId="{B5A85E38-731B-4F2E-A0F8-4E2FF0CEBC25}" destId="{8400CCDB-DC9A-487D-88F8-B2A85FEBF5B0}" srcOrd="0" destOrd="0" parTransId="{7B9273C1-61E8-44AB-A091-C9642DBD06C9}" sibTransId="{E6F8F142-AD0C-4A10-AA91-DF5A03878058}"/>
    <dgm:cxn modelId="{90A231F4-2B53-49B3-8DAA-C15E18120CE5}" type="presOf" srcId="{B3D43F91-922A-427D-9BF6-73235CF0E3B6}" destId="{57C0F082-F8B4-43DB-8210-E2536E4BE22E}" srcOrd="0" destOrd="0" presId="urn:microsoft.com/office/officeart/2005/8/layout/hChevron3"/>
    <dgm:cxn modelId="{424B69F3-3AC9-4BCD-AE63-DD7B48D83A4C}" type="presParOf" srcId="{C6C33ED5-DF34-4E4B-A72F-DE270499916D}" destId="{88F24536-36B5-4D1C-96C9-0C143E16626B}" srcOrd="0" destOrd="0" presId="urn:microsoft.com/office/officeart/2005/8/layout/hChevron3"/>
    <dgm:cxn modelId="{72D904F6-2B52-4C42-97C5-EE08F3257B8C}" type="presParOf" srcId="{C6C33ED5-DF34-4E4B-A72F-DE270499916D}" destId="{3811E878-4B3E-48D7-9B12-FE7E2AC9BE8C}" srcOrd="1" destOrd="0" presId="urn:microsoft.com/office/officeart/2005/8/layout/hChevron3"/>
    <dgm:cxn modelId="{9E64557E-DC68-493B-A011-D9F03A7897AB}" type="presParOf" srcId="{C6C33ED5-DF34-4E4B-A72F-DE270499916D}" destId="{57C0F082-F8B4-43DB-8210-E2536E4BE22E}" srcOrd="2" destOrd="0" presId="urn:microsoft.com/office/officeart/2005/8/layout/hChevron3"/>
    <dgm:cxn modelId="{11399CEC-8DCB-431E-BE71-9E521BAAE921}" type="presParOf" srcId="{C6C33ED5-DF34-4E4B-A72F-DE270499916D}" destId="{5E82A93A-352E-4141-BB58-2627ED76E685}" srcOrd="3" destOrd="0" presId="urn:microsoft.com/office/officeart/2005/8/layout/hChevron3"/>
    <dgm:cxn modelId="{1DF4D74D-1A0C-4088-BD1D-31BC0AFEA8D4}" type="presParOf" srcId="{C6C33ED5-DF34-4E4B-A72F-DE270499916D}" destId="{90B38F72-DE0F-4B3B-AFAC-F406F8AFDF20}" srcOrd="4" destOrd="0" presId="urn:microsoft.com/office/officeart/2005/8/layout/hChevron3"/>
    <dgm:cxn modelId="{BAF8A127-F915-4707-B0C7-568F1861FA69}" type="presParOf" srcId="{C6C33ED5-DF34-4E4B-A72F-DE270499916D}" destId="{7E818CDB-A538-4C82-93CB-B52788746587}" srcOrd="5" destOrd="0" presId="urn:microsoft.com/office/officeart/2005/8/layout/hChevron3"/>
    <dgm:cxn modelId="{12952181-2D1E-466F-8D3E-A586F1D59881}" type="presParOf" srcId="{C6C33ED5-DF34-4E4B-A72F-DE270499916D}" destId="{5BC03C78-A868-4673-A7D2-E5025533E001}" srcOrd="6" destOrd="0" presId="urn:microsoft.com/office/officeart/2005/8/layout/hChevron3"/>
    <dgm:cxn modelId="{53AC8ACC-091D-4092-8840-B247C246BF0E}" type="presParOf" srcId="{C6C33ED5-DF34-4E4B-A72F-DE270499916D}" destId="{9F2F8CC6-534D-46CE-8205-62809DC1B5CA}" srcOrd="7" destOrd="0" presId="urn:microsoft.com/office/officeart/2005/8/layout/hChevron3"/>
    <dgm:cxn modelId="{B0EE7E62-F3AD-469B-9432-E61C0F1BF2BF}" type="presParOf" srcId="{C6C33ED5-DF34-4E4B-A72F-DE270499916D}" destId="{F25FEBF3-7555-427D-A7C3-86B875B90C63}" srcOrd="8"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CDCF831-453E-478F-B128-7FE484AD6734}" type="doc">
      <dgm:prSet loTypeId="urn:microsoft.com/office/officeart/2005/8/layout/hierarchy5" loCatId="hierarchy" qsTypeId="urn:microsoft.com/office/officeart/2005/8/quickstyle/3d4" qsCatId="3D" csTypeId="urn:microsoft.com/office/officeart/2005/8/colors/accent0_2" csCatId="mainScheme" phldr="1"/>
      <dgm:spPr/>
      <dgm:t>
        <a:bodyPr/>
        <a:lstStyle/>
        <a:p>
          <a:endParaRPr lang="en-GB"/>
        </a:p>
      </dgm:t>
    </dgm:pt>
    <dgm:pt modelId="{4A6CA4A7-4ADF-4C09-9455-9EFFDC192EF1}">
      <dgm:prSet phldrT="[Text]" custT="1"/>
      <dgm:spPr/>
      <dgm:t>
        <a:bodyPr/>
        <a:lstStyle/>
        <a:p>
          <a:r>
            <a:rPr lang="en-GB" sz="1400" dirty="0"/>
            <a:t>Hypothesis testing</a:t>
          </a:r>
        </a:p>
      </dgm:t>
    </dgm:pt>
    <dgm:pt modelId="{94A6A8AA-F7D1-40C8-BA2F-25A70C0BD8B1}" type="parTrans" cxnId="{D3179BE3-04A1-448B-9202-6618C1E07CF1}">
      <dgm:prSet/>
      <dgm:spPr/>
      <dgm:t>
        <a:bodyPr/>
        <a:lstStyle/>
        <a:p>
          <a:endParaRPr lang="en-GB" sz="1200"/>
        </a:p>
      </dgm:t>
    </dgm:pt>
    <dgm:pt modelId="{BA37728A-E4C4-45FF-A764-71789EA92C92}" type="sibTrans" cxnId="{D3179BE3-04A1-448B-9202-6618C1E07CF1}">
      <dgm:prSet/>
      <dgm:spPr/>
      <dgm:t>
        <a:bodyPr/>
        <a:lstStyle/>
        <a:p>
          <a:endParaRPr lang="en-GB" sz="1200"/>
        </a:p>
      </dgm:t>
    </dgm:pt>
    <dgm:pt modelId="{C3A58A80-C904-4B0C-9498-B20BA9133EBF}" type="asst">
      <dgm:prSet phldrT="[Text]" custT="1"/>
      <dgm:spPr/>
      <dgm:t>
        <a:bodyPr/>
        <a:lstStyle/>
        <a:p>
          <a:r>
            <a:rPr lang="en-GB" sz="1200" dirty="0"/>
            <a:t>H0: No difference in F1 scores between clutter levels</a:t>
          </a:r>
        </a:p>
      </dgm:t>
    </dgm:pt>
    <dgm:pt modelId="{FD684476-59C3-4DA3-83C1-D8EAAD7F0532}" type="parTrans" cxnId="{952C1FAC-020B-4B92-87CF-C5880931419C}">
      <dgm:prSet/>
      <dgm:spPr/>
      <dgm:t>
        <a:bodyPr/>
        <a:lstStyle/>
        <a:p>
          <a:endParaRPr lang="en-GB" sz="1200"/>
        </a:p>
      </dgm:t>
    </dgm:pt>
    <dgm:pt modelId="{7185D208-7B5F-481F-B4FF-FF72D2BD66A8}" type="sibTrans" cxnId="{952C1FAC-020B-4B92-87CF-C5880931419C}">
      <dgm:prSet/>
      <dgm:spPr/>
      <dgm:t>
        <a:bodyPr/>
        <a:lstStyle/>
        <a:p>
          <a:endParaRPr lang="en-GB" sz="1200"/>
        </a:p>
      </dgm:t>
    </dgm:pt>
    <dgm:pt modelId="{430AD5B5-F883-4FA6-8A82-3FE4665EC865}" type="asst">
      <dgm:prSet phldrT="[Text]" custT="1"/>
      <dgm:spPr/>
      <dgm:t>
        <a:bodyPr/>
        <a:lstStyle/>
        <a:p>
          <a:r>
            <a:rPr lang="en-GB" sz="1200" dirty="0"/>
            <a:t>H1: Significant difference in F1 scores between clutter level</a:t>
          </a:r>
        </a:p>
      </dgm:t>
    </dgm:pt>
    <dgm:pt modelId="{38E2AAAF-7FC5-460C-9DA5-C9FD26590BF0}" type="parTrans" cxnId="{B168DB8D-6AD5-44D7-A4D5-5B3AA314E3E1}">
      <dgm:prSet/>
      <dgm:spPr/>
      <dgm:t>
        <a:bodyPr/>
        <a:lstStyle/>
        <a:p>
          <a:endParaRPr lang="en-GB" sz="1200"/>
        </a:p>
      </dgm:t>
    </dgm:pt>
    <dgm:pt modelId="{BF52C58E-BCA4-4713-99C7-FA31A187A368}" type="sibTrans" cxnId="{B168DB8D-6AD5-44D7-A4D5-5B3AA314E3E1}">
      <dgm:prSet/>
      <dgm:spPr/>
      <dgm:t>
        <a:bodyPr/>
        <a:lstStyle/>
        <a:p>
          <a:endParaRPr lang="en-GB" sz="1200"/>
        </a:p>
      </dgm:t>
    </dgm:pt>
    <dgm:pt modelId="{10878388-91C6-412B-AB93-962B9EA61D8B}">
      <dgm:prSet custT="1"/>
      <dgm:spPr/>
      <dgm:t>
        <a:bodyPr/>
        <a:lstStyle/>
        <a:p>
          <a:r>
            <a:rPr lang="en-GB" sz="1200" dirty="0"/>
            <a:t>Kruskal-Wallis Test</a:t>
          </a:r>
        </a:p>
        <a:p>
          <a:r>
            <a:rPr lang="en-GB" sz="1200" dirty="0"/>
            <a:t>(p &lt; 0.05)</a:t>
          </a:r>
        </a:p>
      </dgm:t>
    </dgm:pt>
    <dgm:pt modelId="{6E1BD400-57B1-4B29-9145-8868DDEE7B34}" type="parTrans" cxnId="{69F0673D-02E3-4619-B748-930EBA9D11C4}">
      <dgm:prSet/>
      <dgm:spPr/>
      <dgm:t>
        <a:bodyPr/>
        <a:lstStyle/>
        <a:p>
          <a:endParaRPr lang="en-GB" sz="1200"/>
        </a:p>
      </dgm:t>
    </dgm:pt>
    <dgm:pt modelId="{DE4BFE57-11FE-4A81-B5A2-EC05A0C3EDED}" type="sibTrans" cxnId="{69F0673D-02E3-4619-B748-930EBA9D11C4}">
      <dgm:prSet/>
      <dgm:spPr/>
      <dgm:t>
        <a:bodyPr/>
        <a:lstStyle/>
        <a:p>
          <a:endParaRPr lang="en-GB" sz="1200"/>
        </a:p>
      </dgm:t>
    </dgm:pt>
    <dgm:pt modelId="{A18EF2F6-4170-425C-9E18-FB6205A0B79E}">
      <dgm:prSet custT="1"/>
      <dgm:spPr/>
      <dgm:t>
        <a:bodyPr/>
        <a:lstStyle/>
        <a:p>
          <a:r>
            <a:rPr lang="en-GB" sz="1200" dirty="0"/>
            <a:t>Run Tukey HSD to check differences in clutter levels</a:t>
          </a:r>
        </a:p>
      </dgm:t>
    </dgm:pt>
    <dgm:pt modelId="{E75907DD-C5E5-408B-A1AA-68A7FA87402E}" type="sibTrans" cxnId="{68EC990F-01A4-47AE-9950-86C5DE89F6BE}">
      <dgm:prSet/>
      <dgm:spPr/>
      <dgm:t>
        <a:bodyPr/>
        <a:lstStyle/>
        <a:p>
          <a:endParaRPr lang="en-GB" sz="1200"/>
        </a:p>
      </dgm:t>
    </dgm:pt>
    <dgm:pt modelId="{F443C97A-BE65-410A-B9A6-C5AF0E24276B}" type="parTrans" cxnId="{68EC990F-01A4-47AE-9950-86C5DE89F6BE}">
      <dgm:prSet/>
      <dgm:spPr/>
      <dgm:t>
        <a:bodyPr/>
        <a:lstStyle/>
        <a:p>
          <a:endParaRPr lang="en-GB" sz="1200"/>
        </a:p>
      </dgm:t>
    </dgm:pt>
    <dgm:pt modelId="{0E56CE6E-B102-4F6F-9627-E6D876B80EE5}" type="pres">
      <dgm:prSet presAssocID="{DCDCF831-453E-478F-B128-7FE484AD6734}" presName="mainComposite" presStyleCnt="0">
        <dgm:presLayoutVars>
          <dgm:chPref val="1"/>
          <dgm:dir/>
          <dgm:animOne val="branch"/>
          <dgm:animLvl val="lvl"/>
          <dgm:resizeHandles val="exact"/>
        </dgm:presLayoutVars>
      </dgm:prSet>
      <dgm:spPr/>
    </dgm:pt>
    <dgm:pt modelId="{91EBDAB2-9C8E-4987-B8DF-106B3B07AAFC}" type="pres">
      <dgm:prSet presAssocID="{DCDCF831-453E-478F-B128-7FE484AD6734}" presName="hierFlow" presStyleCnt="0"/>
      <dgm:spPr/>
    </dgm:pt>
    <dgm:pt modelId="{D425774E-33C4-4344-A0BE-260C79C4F0CE}" type="pres">
      <dgm:prSet presAssocID="{DCDCF831-453E-478F-B128-7FE484AD6734}" presName="hierChild1" presStyleCnt="0">
        <dgm:presLayoutVars>
          <dgm:chPref val="1"/>
          <dgm:animOne val="branch"/>
          <dgm:animLvl val="lvl"/>
        </dgm:presLayoutVars>
      </dgm:prSet>
      <dgm:spPr/>
    </dgm:pt>
    <dgm:pt modelId="{DAB61E9F-C00F-4390-8C2D-DE7EFE7162C3}" type="pres">
      <dgm:prSet presAssocID="{4A6CA4A7-4ADF-4C09-9455-9EFFDC192EF1}" presName="Name17" presStyleCnt="0"/>
      <dgm:spPr/>
    </dgm:pt>
    <dgm:pt modelId="{3A9D9BA8-718A-423A-B9E6-C86295CDFC71}" type="pres">
      <dgm:prSet presAssocID="{4A6CA4A7-4ADF-4C09-9455-9EFFDC192EF1}" presName="level1Shape" presStyleLbl="node0" presStyleIdx="0" presStyleCnt="1">
        <dgm:presLayoutVars>
          <dgm:chPref val="3"/>
        </dgm:presLayoutVars>
      </dgm:prSet>
      <dgm:spPr/>
    </dgm:pt>
    <dgm:pt modelId="{6B25203E-031B-4D32-9118-7509136CE37E}" type="pres">
      <dgm:prSet presAssocID="{4A6CA4A7-4ADF-4C09-9455-9EFFDC192EF1}" presName="hierChild2" presStyleCnt="0"/>
      <dgm:spPr/>
    </dgm:pt>
    <dgm:pt modelId="{2BBEDD88-A878-4843-8B93-082815BBDB64}" type="pres">
      <dgm:prSet presAssocID="{FD684476-59C3-4DA3-83C1-D8EAAD7F0532}" presName="Name25" presStyleLbl="parChTrans1D2" presStyleIdx="0" presStyleCnt="2"/>
      <dgm:spPr/>
    </dgm:pt>
    <dgm:pt modelId="{0B86691B-F8D7-4DC2-814E-81F4CF77700A}" type="pres">
      <dgm:prSet presAssocID="{FD684476-59C3-4DA3-83C1-D8EAAD7F0532}" presName="connTx" presStyleLbl="parChTrans1D2" presStyleIdx="0" presStyleCnt="2"/>
      <dgm:spPr/>
    </dgm:pt>
    <dgm:pt modelId="{EAC51F89-D2E0-440A-A3FD-57D0142C999D}" type="pres">
      <dgm:prSet presAssocID="{C3A58A80-C904-4B0C-9498-B20BA9133EBF}" presName="Name30" presStyleCnt="0"/>
      <dgm:spPr/>
    </dgm:pt>
    <dgm:pt modelId="{7356D40C-6D71-4AD8-92DA-A6341D5DA7D7}" type="pres">
      <dgm:prSet presAssocID="{C3A58A80-C904-4B0C-9498-B20BA9133EBF}" presName="level2Shape" presStyleLbl="asst1" presStyleIdx="0" presStyleCnt="2"/>
      <dgm:spPr/>
    </dgm:pt>
    <dgm:pt modelId="{F5449CC3-C668-48EA-B1D6-F6AB5BC531A0}" type="pres">
      <dgm:prSet presAssocID="{C3A58A80-C904-4B0C-9498-B20BA9133EBF}" presName="hierChild3" presStyleCnt="0"/>
      <dgm:spPr/>
    </dgm:pt>
    <dgm:pt modelId="{5525C2E8-374A-4A19-80E1-265430C93124}" type="pres">
      <dgm:prSet presAssocID="{6E1BD400-57B1-4B29-9145-8868DDEE7B34}" presName="Name25" presStyleLbl="parChTrans1D3" presStyleIdx="0" presStyleCnt="1"/>
      <dgm:spPr/>
    </dgm:pt>
    <dgm:pt modelId="{8C64A106-3BC8-4197-8313-85E4910D0750}" type="pres">
      <dgm:prSet presAssocID="{6E1BD400-57B1-4B29-9145-8868DDEE7B34}" presName="connTx" presStyleLbl="parChTrans1D3" presStyleIdx="0" presStyleCnt="1"/>
      <dgm:spPr/>
    </dgm:pt>
    <dgm:pt modelId="{EA644468-A4F4-4E7A-9E29-FCA867FCEDF3}" type="pres">
      <dgm:prSet presAssocID="{10878388-91C6-412B-AB93-962B9EA61D8B}" presName="Name30" presStyleCnt="0"/>
      <dgm:spPr/>
    </dgm:pt>
    <dgm:pt modelId="{66494FAB-9C6C-4F61-B4A0-2BF7ED93F452}" type="pres">
      <dgm:prSet presAssocID="{10878388-91C6-412B-AB93-962B9EA61D8B}" presName="level2Shape" presStyleLbl="node3" presStyleIdx="0" presStyleCnt="1"/>
      <dgm:spPr/>
    </dgm:pt>
    <dgm:pt modelId="{B7F3AC41-3ED5-4A23-9D2B-F6F7F071A6E8}" type="pres">
      <dgm:prSet presAssocID="{10878388-91C6-412B-AB93-962B9EA61D8B}" presName="hierChild3" presStyleCnt="0"/>
      <dgm:spPr/>
    </dgm:pt>
    <dgm:pt modelId="{FCE3B94D-7642-4D8B-9FD6-CB7131289075}" type="pres">
      <dgm:prSet presAssocID="{F443C97A-BE65-410A-B9A6-C5AF0E24276B}" presName="Name25" presStyleLbl="parChTrans1D4" presStyleIdx="0" presStyleCnt="1"/>
      <dgm:spPr/>
    </dgm:pt>
    <dgm:pt modelId="{082F4540-A76A-41C2-8AB4-F48E8BF3A4FF}" type="pres">
      <dgm:prSet presAssocID="{F443C97A-BE65-410A-B9A6-C5AF0E24276B}" presName="connTx" presStyleLbl="parChTrans1D4" presStyleIdx="0" presStyleCnt="1"/>
      <dgm:spPr/>
    </dgm:pt>
    <dgm:pt modelId="{4A291FF0-54A5-426B-A781-A4AD161EFE6C}" type="pres">
      <dgm:prSet presAssocID="{A18EF2F6-4170-425C-9E18-FB6205A0B79E}" presName="Name30" presStyleCnt="0"/>
      <dgm:spPr/>
    </dgm:pt>
    <dgm:pt modelId="{6FBD7239-E031-45E1-A7A0-210603273BCC}" type="pres">
      <dgm:prSet presAssocID="{A18EF2F6-4170-425C-9E18-FB6205A0B79E}" presName="level2Shape" presStyleLbl="node4" presStyleIdx="0" presStyleCnt="1"/>
      <dgm:spPr/>
    </dgm:pt>
    <dgm:pt modelId="{5AFC6A52-B62F-4E2A-9AD1-A50B009F1346}" type="pres">
      <dgm:prSet presAssocID="{A18EF2F6-4170-425C-9E18-FB6205A0B79E}" presName="hierChild3" presStyleCnt="0"/>
      <dgm:spPr/>
    </dgm:pt>
    <dgm:pt modelId="{EE18B8AB-F331-407F-9D27-2FE98404241E}" type="pres">
      <dgm:prSet presAssocID="{38E2AAAF-7FC5-460C-9DA5-C9FD26590BF0}" presName="Name25" presStyleLbl="parChTrans1D2" presStyleIdx="1" presStyleCnt="2"/>
      <dgm:spPr/>
    </dgm:pt>
    <dgm:pt modelId="{C218A1A1-11C6-445C-AF76-BFC7647723A7}" type="pres">
      <dgm:prSet presAssocID="{38E2AAAF-7FC5-460C-9DA5-C9FD26590BF0}" presName="connTx" presStyleLbl="parChTrans1D2" presStyleIdx="1" presStyleCnt="2"/>
      <dgm:spPr/>
    </dgm:pt>
    <dgm:pt modelId="{E4A81627-12E5-4A5A-B89D-64792B456FF7}" type="pres">
      <dgm:prSet presAssocID="{430AD5B5-F883-4FA6-8A82-3FE4665EC865}" presName="Name30" presStyleCnt="0"/>
      <dgm:spPr/>
    </dgm:pt>
    <dgm:pt modelId="{5BDF7082-93BA-4773-9613-812EDD94EFD7}" type="pres">
      <dgm:prSet presAssocID="{430AD5B5-F883-4FA6-8A82-3FE4665EC865}" presName="level2Shape" presStyleLbl="asst1" presStyleIdx="1" presStyleCnt="2"/>
      <dgm:spPr/>
    </dgm:pt>
    <dgm:pt modelId="{12A72D32-01B2-4321-91B6-B551CA316572}" type="pres">
      <dgm:prSet presAssocID="{430AD5B5-F883-4FA6-8A82-3FE4665EC865}" presName="hierChild3" presStyleCnt="0"/>
      <dgm:spPr/>
    </dgm:pt>
    <dgm:pt modelId="{EE0496F0-DA29-4145-90C2-7A2289A94497}" type="pres">
      <dgm:prSet presAssocID="{DCDCF831-453E-478F-B128-7FE484AD6734}" presName="bgShapesFlow" presStyleCnt="0"/>
      <dgm:spPr/>
    </dgm:pt>
  </dgm:ptLst>
  <dgm:cxnLst>
    <dgm:cxn modelId="{0E8B6C00-2FEA-4DEB-BCE5-12D53904B12F}" type="presOf" srcId="{F443C97A-BE65-410A-B9A6-C5AF0E24276B}" destId="{082F4540-A76A-41C2-8AB4-F48E8BF3A4FF}" srcOrd="1" destOrd="0" presId="urn:microsoft.com/office/officeart/2005/8/layout/hierarchy5"/>
    <dgm:cxn modelId="{00F74B08-2976-4C38-ABF1-A1033D1D0035}" type="presOf" srcId="{FD684476-59C3-4DA3-83C1-D8EAAD7F0532}" destId="{2BBEDD88-A878-4843-8B93-082815BBDB64}" srcOrd="0" destOrd="0" presId="urn:microsoft.com/office/officeart/2005/8/layout/hierarchy5"/>
    <dgm:cxn modelId="{68EC990F-01A4-47AE-9950-86C5DE89F6BE}" srcId="{10878388-91C6-412B-AB93-962B9EA61D8B}" destId="{A18EF2F6-4170-425C-9E18-FB6205A0B79E}" srcOrd="0" destOrd="0" parTransId="{F443C97A-BE65-410A-B9A6-C5AF0E24276B}" sibTransId="{E75907DD-C5E5-408B-A1AA-68A7FA87402E}"/>
    <dgm:cxn modelId="{69F0673D-02E3-4619-B748-930EBA9D11C4}" srcId="{C3A58A80-C904-4B0C-9498-B20BA9133EBF}" destId="{10878388-91C6-412B-AB93-962B9EA61D8B}" srcOrd="0" destOrd="0" parTransId="{6E1BD400-57B1-4B29-9145-8868DDEE7B34}" sibTransId="{DE4BFE57-11FE-4A81-B5A2-EC05A0C3EDED}"/>
    <dgm:cxn modelId="{02862D66-26FD-4B6F-BCE2-24DB638794A5}" type="presOf" srcId="{4A6CA4A7-4ADF-4C09-9455-9EFFDC192EF1}" destId="{3A9D9BA8-718A-423A-B9E6-C86295CDFC71}" srcOrd="0" destOrd="0" presId="urn:microsoft.com/office/officeart/2005/8/layout/hierarchy5"/>
    <dgm:cxn modelId="{084F7246-F1C5-4B2E-84AF-D0EAF051EB53}" type="presOf" srcId="{430AD5B5-F883-4FA6-8A82-3FE4665EC865}" destId="{5BDF7082-93BA-4773-9613-812EDD94EFD7}" srcOrd="0" destOrd="0" presId="urn:microsoft.com/office/officeart/2005/8/layout/hierarchy5"/>
    <dgm:cxn modelId="{3BFCD86F-AC0F-4F96-9163-F67B5BD67CB0}" type="presOf" srcId="{38E2AAAF-7FC5-460C-9DA5-C9FD26590BF0}" destId="{C218A1A1-11C6-445C-AF76-BFC7647723A7}" srcOrd="1" destOrd="0" presId="urn:microsoft.com/office/officeart/2005/8/layout/hierarchy5"/>
    <dgm:cxn modelId="{885FC889-0ECD-45C7-B200-A44EA1B80133}" type="presOf" srcId="{F443C97A-BE65-410A-B9A6-C5AF0E24276B}" destId="{FCE3B94D-7642-4D8B-9FD6-CB7131289075}" srcOrd="0" destOrd="0" presId="urn:microsoft.com/office/officeart/2005/8/layout/hierarchy5"/>
    <dgm:cxn modelId="{B168DB8D-6AD5-44D7-A4D5-5B3AA314E3E1}" srcId="{4A6CA4A7-4ADF-4C09-9455-9EFFDC192EF1}" destId="{430AD5B5-F883-4FA6-8A82-3FE4665EC865}" srcOrd="1" destOrd="0" parTransId="{38E2AAAF-7FC5-460C-9DA5-C9FD26590BF0}" sibTransId="{BF52C58E-BCA4-4713-99C7-FA31A187A368}"/>
    <dgm:cxn modelId="{668DC294-8E2A-434D-9FF8-02288EF8ACF5}" type="presOf" srcId="{38E2AAAF-7FC5-460C-9DA5-C9FD26590BF0}" destId="{EE18B8AB-F331-407F-9D27-2FE98404241E}" srcOrd="0" destOrd="0" presId="urn:microsoft.com/office/officeart/2005/8/layout/hierarchy5"/>
    <dgm:cxn modelId="{5AB4E59C-3273-4955-949D-9A5A01DD5180}" type="presOf" srcId="{6E1BD400-57B1-4B29-9145-8868DDEE7B34}" destId="{5525C2E8-374A-4A19-80E1-265430C93124}" srcOrd="0" destOrd="0" presId="urn:microsoft.com/office/officeart/2005/8/layout/hierarchy5"/>
    <dgm:cxn modelId="{952C1FAC-020B-4B92-87CF-C5880931419C}" srcId="{4A6CA4A7-4ADF-4C09-9455-9EFFDC192EF1}" destId="{C3A58A80-C904-4B0C-9498-B20BA9133EBF}" srcOrd="0" destOrd="0" parTransId="{FD684476-59C3-4DA3-83C1-D8EAAD7F0532}" sibTransId="{7185D208-7B5F-481F-B4FF-FF72D2BD66A8}"/>
    <dgm:cxn modelId="{E73E3FB0-A9FA-4187-B99B-CBB5C3C5DBEF}" type="presOf" srcId="{A18EF2F6-4170-425C-9E18-FB6205A0B79E}" destId="{6FBD7239-E031-45E1-A7A0-210603273BCC}" srcOrd="0" destOrd="0" presId="urn:microsoft.com/office/officeart/2005/8/layout/hierarchy5"/>
    <dgm:cxn modelId="{B36DF4B3-D2B8-422F-906B-3F82D97B0549}" type="presOf" srcId="{C3A58A80-C904-4B0C-9498-B20BA9133EBF}" destId="{7356D40C-6D71-4AD8-92DA-A6341D5DA7D7}" srcOrd="0" destOrd="0" presId="urn:microsoft.com/office/officeart/2005/8/layout/hierarchy5"/>
    <dgm:cxn modelId="{417631B8-8962-4209-91C3-ECEA66F0A864}" type="presOf" srcId="{DCDCF831-453E-478F-B128-7FE484AD6734}" destId="{0E56CE6E-B102-4F6F-9627-E6D876B80EE5}" srcOrd="0" destOrd="0" presId="urn:microsoft.com/office/officeart/2005/8/layout/hierarchy5"/>
    <dgm:cxn modelId="{37EAF7D0-653E-4D0B-964B-BAF566243F51}" type="presOf" srcId="{10878388-91C6-412B-AB93-962B9EA61D8B}" destId="{66494FAB-9C6C-4F61-B4A0-2BF7ED93F452}" srcOrd="0" destOrd="0" presId="urn:microsoft.com/office/officeart/2005/8/layout/hierarchy5"/>
    <dgm:cxn modelId="{D3179BE3-04A1-448B-9202-6618C1E07CF1}" srcId="{DCDCF831-453E-478F-B128-7FE484AD6734}" destId="{4A6CA4A7-4ADF-4C09-9455-9EFFDC192EF1}" srcOrd="0" destOrd="0" parTransId="{94A6A8AA-F7D1-40C8-BA2F-25A70C0BD8B1}" sibTransId="{BA37728A-E4C4-45FF-A764-71789EA92C92}"/>
    <dgm:cxn modelId="{4F6EE0E5-CED6-48BA-9E8C-2AC549177945}" type="presOf" srcId="{FD684476-59C3-4DA3-83C1-D8EAAD7F0532}" destId="{0B86691B-F8D7-4DC2-814E-81F4CF77700A}" srcOrd="1" destOrd="0" presId="urn:microsoft.com/office/officeart/2005/8/layout/hierarchy5"/>
    <dgm:cxn modelId="{A9E740ED-6B6C-4C4A-B967-81971C5F1231}" type="presOf" srcId="{6E1BD400-57B1-4B29-9145-8868DDEE7B34}" destId="{8C64A106-3BC8-4197-8313-85E4910D0750}" srcOrd="1" destOrd="0" presId="urn:microsoft.com/office/officeart/2005/8/layout/hierarchy5"/>
    <dgm:cxn modelId="{26E05E1A-B308-4029-9AA3-ADC2104EBB79}" type="presParOf" srcId="{0E56CE6E-B102-4F6F-9627-E6D876B80EE5}" destId="{91EBDAB2-9C8E-4987-B8DF-106B3B07AAFC}" srcOrd="0" destOrd="0" presId="urn:microsoft.com/office/officeart/2005/8/layout/hierarchy5"/>
    <dgm:cxn modelId="{4B65B0EA-EE5C-4E25-8F00-80CDB195CC44}" type="presParOf" srcId="{91EBDAB2-9C8E-4987-B8DF-106B3B07AAFC}" destId="{D425774E-33C4-4344-A0BE-260C79C4F0CE}" srcOrd="0" destOrd="0" presId="urn:microsoft.com/office/officeart/2005/8/layout/hierarchy5"/>
    <dgm:cxn modelId="{71943D9A-308A-495A-8561-A9032320651E}" type="presParOf" srcId="{D425774E-33C4-4344-A0BE-260C79C4F0CE}" destId="{DAB61E9F-C00F-4390-8C2D-DE7EFE7162C3}" srcOrd="0" destOrd="0" presId="urn:microsoft.com/office/officeart/2005/8/layout/hierarchy5"/>
    <dgm:cxn modelId="{80E647D7-5380-49F2-BCA5-30052EE7CB58}" type="presParOf" srcId="{DAB61E9F-C00F-4390-8C2D-DE7EFE7162C3}" destId="{3A9D9BA8-718A-423A-B9E6-C86295CDFC71}" srcOrd="0" destOrd="0" presId="urn:microsoft.com/office/officeart/2005/8/layout/hierarchy5"/>
    <dgm:cxn modelId="{4BBADE7F-0BC0-4315-822E-3A0E8C16BB3D}" type="presParOf" srcId="{DAB61E9F-C00F-4390-8C2D-DE7EFE7162C3}" destId="{6B25203E-031B-4D32-9118-7509136CE37E}" srcOrd="1" destOrd="0" presId="urn:microsoft.com/office/officeart/2005/8/layout/hierarchy5"/>
    <dgm:cxn modelId="{AD4517C2-A6B9-4B2F-9B81-5F0DD52202B4}" type="presParOf" srcId="{6B25203E-031B-4D32-9118-7509136CE37E}" destId="{2BBEDD88-A878-4843-8B93-082815BBDB64}" srcOrd="0" destOrd="0" presId="urn:microsoft.com/office/officeart/2005/8/layout/hierarchy5"/>
    <dgm:cxn modelId="{C2AAE25B-9D5A-4B19-800C-19AB8FB812D9}" type="presParOf" srcId="{2BBEDD88-A878-4843-8B93-082815BBDB64}" destId="{0B86691B-F8D7-4DC2-814E-81F4CF77700A}" srcOrd="0" destOrd="0" presId="urn:microsoft.com/office/officeart/2005/8/layout/hierarchy5"/>
    <dgm:cxn modelId="{19617336-4C06-4BFC-9510-F48404F9E90C}" type="presParOf" srcId="{6B25203E-031B-4D32-9118-7509136CE37E}" destId="{EAC51F89-D2E0-440A-A3FD-57D0142C999D}" srcOrd="1" destOrd="0" presId="urn:microsoft.com/office/officeart/2005/8/layout/hierarchy5"/>
    <dgm:cxn modelId="{98CEDB9A-A4EB-400F-9BA1-3D06FD46E5F0}" type="presParOf" srcId="{EAC51F89-D2E0-440A-A3FD-57D0142C999D}" destId="{7356D40C-6D71-4AD8-92DA-A6341D5DA7D7}" srcOrd="0" destOrd="0" presId="urn:microsoft.com/office/officeart/2005/8/layout/hierarchy5"/>
    <dgm:cxn modelId="{4C3D74E6-4C45-4EF6-B2CD-447BB8D34E38}" type="presParOf" srcId="{EAC51F89-D2E0-440A-A3FD-57D0142C999D}" destId="{F5449CC3-C668-48EA-B1D6-F6AB5BC531A0}" srcOrd="1" destOrd="0" presId="urn:microsoft.com/office/officeart/2005/8/layout/hierarchy5"/>
    <dgm:cxn modelId="{024D32F4-37CB-4833-8FBC-6C056A895A6B}" type="presParOf" srcId="{F5449CC3-C668-48EA-B1D6-F6AB5BC531A0}" destId="{5525C2E8-374A-4A19-80E1-265430C93124}" srcOrd="0" destOrd="0" presId="urn:microsoft.com/office/officeart/2005/8/layout/hierarchy5"/>
    <dgm:cxn modelId="{B37B721A-67EA-4677-95FC-95E06341DA34}" type="presParOf" srcId="{5525C2E8-374A-4A19-80E1-265430C93124}" destId="{8C64A106-3BC8-4197-8313-85E4910D0750}" srcOrd="0" destOrd="0" presId="urn:microsoft.com/office/officeart/2005/8/layout/hierarchy5"/>
    <dgm:cxn modelId="{5A5A34C6-0531-4FB8-AFF1-43B74FFD79A4}" type="presParOf" srcId="{F5449CC3-C668-48EA-B1D6-F6AB5BC531A0}" destId="{EA644468-A4F4-4E7A-9E29-FCA867FCEDF3}" srcOrd="1" destOrd="0" presId="urn:microsoft.com/office/officeart/2005/8/layout/hierarchy5"/>
    <dgm:cxn modelId="{E9BC04E0-46F9-449C-9464-660ABB09C077}" type="presParOf" srcId="{EA644468-A4F4-4E7A-9E29-FCA867FCEDF3}" destId="{66494FAB-9C6C-4F61-B4A0-2BF7ED93F452}" srcOrd="0" destOrd="0" presId="urn:microsoft.com/office/officeart/2005/8/layout/hierarchy5"/>
    <dgm:cxn modelId="{59CBDF3F-598F-4DD4-9E86-BB33E730E20E}" type="presParOf" srcId="{EA644468-A4F4-4E7A-9E29-FCA867FCEDF3}" destId="{B7F3AC41-3ED5-4A23-9D2B-F6F7F071A6E8}" srcOrd="1" destOrd="0" presId="urn:microsoft.com/office/officeart/2005/8/layout/hierarchy5"/>
    <dgm:cxn modelId="{654FDD4C-0C50-4629-B3E7-B831C7E15C3F}" type="presParOf" srcId="{B7F3AC41-3ED5-4A23-9D2B-F6F7F071A6E8}" destId="{FCE3B94D-7642-4D8B-9FD6-CB7131289075}" srcOrd="0" destOrd="0" presId="urn:microsoft.com/office/officeart/2005/8/layout/hierarchy5"/>
    <dgm:cxn modelId="{4E061752-DADB-4531-8E92-D188928A3FEE}" type="presParOf" srcId="{FCE3B94D-7642-4D8B-9FD6-CB7131289075}" destId="{082F4540-A76A-41C2-8AB4-F48E8BF3A4FF}" srcOrd="0" destOrd="0" presId="urn:microsoft.com/office/officeart/2005/8/layout/hierarchy5"/>
    <dgm:cxn modelId="{3C54C57D-557A-4922-8773-5DCDF9830474}" type="presParOf" srcId="{B7F3AC41-3ED5-4A23-9D2B-F6F7F071A6E8}" destId="{4A291FF0-54A5-426B-A781-A4AD161EFE6C}" srcOrd="1" destOrd="0" presId="urn:microsoft.com/office/officeart/2005/8/layout/hierarchy5"/>
    <dgm:cxn modelId="{D2A657D0-105F-420A-B2E5-56AC31DDE967}" type="presParOf" srcId="{4A291FF0-54A5-426B-A781-A4AD161EFE6C}" destId="{6FBD7239-E031-45E1-A7A0-210603273BCC}" srcOrd="0" destOrd="0" presId="urn:microsoft.com/office/officeart/2005/8/layout/hierarchy5"/>
    <dgm:cxn modelId="{FFD964E5-BCC4-4853-A040-659D9C05121E}" type="presParOf" srcId="{4A291FF0-54A5-426B-A781-A4AD161EFE6C}" destId="{5AFC6A52-B62F-4E2A-9AD1-A50B009F1346}" srcOrd="1" destOrd="0" presId="urn:microsoft.com/office/officeart/2005/8/layout/hierarchy5"/>
    <dgm:cxn modelId="{D03C4D3F-4011-4DF8-9A42-41F32161F9E6}" type="presParOf" srcId="{6B25203E-031B-4D32-9118-7509136CE37E}" destId="{EE18B8AB-F331-407F-9D27-2FE98404241E}" srcOrd="2" destOrd="0" presId="urn:microsoft.com/office/officeart/2005/8/layout/hierarchy5"/>
    <dgm:cxn modelId="{FA67D57B-71C5-4256-81C4-56B53AD86C2D}" type="presParOf" srcId="{EE18B8AB-F331-407F-9D27-2FE98404241E}" destId="{C218A1A1-11C6-445C-AF76-BFC7647723A7}" srcOrd="0" destOrd="0" presId="urn:microsoft.com/office/officeart/2005/8/layout/hierarchy5"/>
    <dgm:cxn modelId="{32449BD9-0A3C-4AEE-A724-CFC0DBB22095}" type="presParOf" srcId="{6B25203E-031B-4D32-9118-7509136CE37E}" destId="{E4A81627-12E5-4A5A-B89D-64792B456FF7}" srcOrd="3" destOrd="0" presId="urn:microsoft.com/office/officeart/2005/8/layout/hierarchy5"/>
    <dgm:cxn modelId="{A760D329-36CA-46E6-902F-A74A94D9C684}" type="presParOf" srcId="{E4A81627-12E5-4A5A-B89D-64792B456FF7}" destId="{5BDF7082-93BA-4773-9613-812EDD94EFD7}" srcOrd="0" destOrd="0" presId="urn:microsoft.com/office/officeart/2005/8/layout/hierarchy5"/>
    <dgm:cxn modelId="{205CF177-865F-40A1-BDE5-C8EAFF7B17E9}" type="presParOf" srcId="{E4A81627-12E5-4A5A-B89D-64792B456FF7}" destId="{12A72D32-01B2-4321-91B6-B551CA316572}" srcOrd="1" destOrd="0" presId="urn:microsoft.com/office/officeart/2005/8/layout/hierarchy5"/>
    <dgm:cxn modelId="{0903DE7D-C7B4-4D8A-8FEC-4A9958AE9984}" type="presParOf" srcId="{0E56CE6E-B102-4F6F-9627-E6D876B80EE5}" destId="{EE0496F0-DA29-4145-90C2-7A2289A94497}" srcOrd="1" destOrd="0" presId="urn:microsoft.com/office/officeart/2005/8/layout/hierarchy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28F4CAB-DB33-45B5-A1D9-52ECEBDE5C3C}" type="doc">
      <dgm:prSet loTypeId="urn:microsoft.com/office/officeart/2005/8/layout/cycle8" loCatId="cycle" qsTypeId="urn:microsoft.com/office/officeart/2005/8/quickstyle/simple5" qsCatId="simple" csTypeId="urn:microsoft.com/office/officeart/2005/8/colors/accent0_2" csCatId="mainScheme" phldr="1"/>
      <dgm:spPr/>
      <dgm:t>
        <a:bodyPr/>
        <a:lstStyle/>
        <a:p>
          <a:endParaRPr lang="en-GB"/>
        </a:p>
      </dgm:t>
    </dgm:pt>
    <dgm:pt modelId="{808F8191-4D2B-424F-BD39-CB0F7E8DFA6D}">
      <dgm:prSet phldrT="[Text]" custT="1"/>
      <dgm:spPr/>
      <dgm:t>
        <a:bodyPr/>
        <a:lstStyle/>
        <a:p>
          <a:r>
            <a:rPr lang="en-GB" sz="1600" dirty="0"/>
            <a:t>Evaluation</a:t>
          </a:r>
        </a:p>
      </dgm:t>
    </dgm:pt>
    <dgm:pt modelId="{B605860C-736D-464C-AF02-C906F3BBE6F2}" type="parTrans" cxnId="{D8E8E730-9608-4AC7-BD73-8D73F03223D3}">
      <dgm:prSet/>
      <dgm:spPr/>
      <dgm:t>
        <a:bodyPr/>
        <a:lstStyle/>
        <a:p>
          <a:endParaRPr lang="en-GB"/>
        </a:p>
      </dgm:t>
    </dgm:pt>
    <dgm:pt modelId="{6CBBCB56-0A85-434F-B4FF-CD81302F19CE}" type="sibTrans" cxnId="{D8E8E730-9608-4AC7-BD73-8D73F03223D3}">
      <dgm:prSet/>
      <dgm:spPr/>
      <dgm:t>
        <a:bodyPr/>
        <a:lstStyle/>
        <a:p>
          <a:endParaRPr lang="en-GB"/>
        </a:p>
      </dgm:t>
    </dgm:pt>
    <dgm:pt modelId="{EDA22511-2444-4622-8205-412DD515ACC7}">
      <dgm:prSet phldrT="[Text]" custT="1"/>
      <dgm:spPr/>
      <dgm:t>
        <a:bodyPr/>
        <a:lstStyle/>
        <a:p>
          <a:r>
            <a:rPr lang="en-GB" sz="1600" dirty="0"/>
            <a:t>Analysis</a:t>
          </a:r>
        </a:p>
      </dgm:t>
    </dgm:pt>
    <dgm:pt modelId="{F02FD008-3C37-47C2-81A3-A450D4916B00}" type="parTrans" cxnId="{7222AB9B-6BCA-464C-A0AE-6994FA443694}">
      <dgm:prSet/>
      <dgm:spPr/>
      <dgm:t>
        <a:bodyPr/>
        <a:lstStyle/>
        <a:p>
          <a:endParaRPr lang="en-GB"/>
        </a:p>
      </dgm:t>
    </dgm:pt>
    <dgm:pt modelId="{613B0533-EB7E-4C73-844E-4585BE5ED895}" type="sibTrans" cxnId="{7222AB9B-6BCA-464C-A0AE-6994FA443694}">
      <dgm:prSet/>
      <dgm:spPr/>
      <dgm:t>
        <a:bodyPr/>
        <a:lstStyle/>
        <a:p>
          <a:endParaRPr lang="en-GB"/>
        </a:p>
      </dgm:t>
    </dgm:pt>
    <dgm:pt modelId="{0F902EE1-DECA-44DD-A3C7-290742E66BC6}">
      <dgm:prSet phldrT="[Text]" custT="1"/>
      <dgm:spPr/>
      <dgm:t>
        <a:bodyPr/>
        <a:lstStyle/>
        <a:p>
          <a:r>
            <a:rPr lang="en-GB" sz="1600" dirty="0"/>
            <a:t>Dataset Creation</a:t>
          </a:r>
        </a:p>
      </dgm:t>
    </dgm:pt>
    <dgm:pt modelId="{DA662BBD-9730-4B3A-8EB2-26E8D679A581}" type="parTrans" cxnId="{99D7E662-E582-4C9A-A7A2-0242E5AD76DB}">
      <dgm:prSet/>
      <dgm:spPr/>
      <dgm:t>
        <a:bodyPr/>
        <a:lstStyle/>
        <a:p>
          <a:endParaRPr lang="en-GB"/>
        </a:p>
      </dgm:t>
    </dgm:pt>
    <dgm:pt modelId="{94D5D0F9-615B-49D0-838D-F03CCA937BC2}" type="sibTrans" cxnId="{99D7E662-E582-4C9A-A7A2-0242E5AD76DB}">
      <dgm:prSet/>
      <dgm:spPr/>
      <dgm:t>
        <a:bodyPr/>
        <a:lstStyle/>
        <a:p>
          <a:endParaRPr lang="en-GB"/>
        </a:p>
      </dgm:t>
    </dgm:pt>
    <dgm:pt modelId="{E6FE3023-C837-4650-91B2-8C55C73D6E0B}">
      <dgm:prSet phldrT="[Text]" custT="1"/>
      <dgm:spPr/>
      <dgm:t>
        <a:bodyPr/>
        <a:lstStyle/>
        <a:p>
          <a:r>
            <a:rPr lang="en-GB" sz="1600" dirty="0"/>
            <a:t>Training Models</a:t>
          </a:r>
        </a:p>
      </dgm:t>
    </dgm:pt>
    <dgm:pt modelId="{E80B0CEC-77C8-432B-A984-D00FC6A46103}" type="parTrans" cxnId="{FF20309F-79B1-4838-97CD-4CBAF146BC93}">
      <dgm:prSet/>
      <dgm:spPr/>
      <dgm:t>
        <a:bodyPr/>
        <a:lstStyle/>
        <a:p>
          <a:endParaRPr lang="en-GB"/>
        </a:p>
      </dgm:t>
    </dgm:pt>
    <dgm:pt modelId="{8C9E5B43-093A-4A68-826A-5EBE5A0DB692}" type="sibTrans" cxnId="{FF20309F-79B1-4838-97CD-4CBAF146BC93}">
      <dgm:prSet/>
      <dgm:spPr/>
      <dgm:t>
        <a:bodyPr/>
        <a:lstStyle/>
        <a:p>
          <a:endParaRPr lang="en-GB"/>
        </a:p>
      </dgm:t>
    </dgm:pt>
    <dgm:pt modelId="{46014604-99E1-4E49-A0BC-FD7E8DD42530}">
      <dgm:prSet phldrT="[Text]" custT="1"/>
      <dgm:spPr/>
      <dgm:t>
        <a:bodyPr/>
        <a:lstStyle/>
        <a:p>
          <a:r>
            <a:rPr lang="en-GB" sz="1600" dirty="0"/>
            <a:t>Testing</a:t>
          </a:r>
        </a:p>
      </dgm:t>
    </dgm:pt>
    <dgm:pt modelId="{35FF51E9-DD28-4D7B-A189-B0E3CC3C21C4}" type="parTrans" cxnId="{46101278-A4BA-488C-B977-369E7A7345D9}">
      <dgm:prSet/>
      <dgm:spPr/>
      <dgm:t>
        <a:bodyPr/>
        <a:lstStyle/>
        <a:p>
          <a:endParaRPr lang="en-GB"/>
        </a:p>
      </dgm:t>
    </dgm:pt>
    <dgm:pt modelId="{FBB0B381-066D-40DD-88FB-69BD76E2462B}" type="sibTrans" cxnId="{46101278-A4BA-488C-B977-369E7A7345D9}">
      <dgm:prSet/>
      <dgm:spPr/>
      <dgm:t>
        <a:bodyPr/>
        <a:lstStyle/>
        <a:p>
          <a:endParaRPr lang="en-GB"/>
        </a:p>
      </dgm:t>
    </dgm:pt>
    <dgm:pt modelId="{60F5DF98-5D3A-4CD2-9EA4-40173450F364}" type="pres">
      <dgm:prSet presAssocID="{B28F4CAB-DB33-45B5-A1D9-52ECEBDE5C3C}" presName="compositeShape" presStyleCnt="0">
        <dgm:presLayoutVars>
          <dgm:chMax val="7"/>
          <dgm:dir/>
          <dgm:resizeHandles val="exact"/>
        </dgm:presLayoutVars>
      </dgm:prSet>
      <dgm:spPr/>
    </dgm:pt>
    <dgm:pt modelId="{65EECA51-AF06-424E-B830-E3835401F11F}" type="pres">
      <dgm:prSet presAssocID="{B28F4CAB-DB33-45B5-A1D9-52ECEBDE5C3C}" presName="wedge1" presStyleLbl="node1" presStyleIdx="0" presStyleCnt="5"/>
      <dgm:spPr/>
    </dgm:pt>
    <dgm:pt modelId="{829D5953-D4CB-424A-855F-3932F85A867C}" type="pres">
      <dgm:prSet presAssocID="{B28F4CAB-DB33-45B5-A1D9-52ECEBDE5C3C}" presName="dummy1a" presStyleCnt="0"/>
      <dgm:spPr/>
    </dgm:pt>
    <dgm:pt modelId="{9B8D1D33-98EC-4933-9468-581B3A119026}" type="pres">
      <dgm:prSet presAssocID="{B28F4CAB-DB33-45B5-A1D9-52ECEBDE5C3C}" presName="dummy1b" presStyleCnt="0"/>
      <dgm:spPr/>
    </dgm:pt>
    <dgm:pt modelId="{8E2462AA-E734-4F27-A908-FF617671D6A5}" type="pres">
      <dgm:prSet presAssocID="{B28F4CAB-DB33-45B5-A1D9-52ECEBDE5C3C}" presName="wedge1Tx" presStyleLbl="node1" presStyleIdx="0" presStyleCnt="5">
        <dgm:presLayoutVars>
          <dgm:chMax val="0"/>
          <dgm:chPref val="0"/>
          <dgm:bulletEnabled val="1"/>
        </dgm:presLayoutVars>
      </dgm:prSet>
      <dgm:spPr/>
    </dgm:pt>
    <dgm:pt modelId="{184A4519-4C3A-4838-84F7-1E7545B7D91C}" type="pres">
      <dgm:prSet presAssocID="{B28F4CAB-DB33-45B5-A1D9-52ECEBDE5C3C}" presName="wedge2" presStyleLbl="node1" presStyleIdx="1" presStyleCnt="5"/>
      <dgm:spPr/>
    </dgm:pt>
    <dgm:pt modelId="{B85AD36F-782A-4C53-9D0C-A482E9DD9815}" type="pres">
      <dgm:prSet presAssocID="{B28F4CAB-DB33-45B5-A1D9-52ECEBDE5C3C}" presName="dummy2a" presStyleCnt="0"/>
      <dgm:spPr/>
    </dgm:pt>
    <dgm:pt modelId="{62C4EC76-10DC-4AFF-A9DC-BE9E00646E1B}" type="pres">
      <dgm:prSet presAssocID="{B28F4CAB-DB33-45B5-A1D9-52ECEBDE5C3C}" presName="dummy2b" presStyleCnt="0"/>
      <dgm:spPr/>
    </dgm:pt>
    <dgm:pt modelId="{D317D184-D103-4AD4-87D1-EFED468549AB}" type="pres">
      <dgm:prSet presAssocID="{B28F4CAB-DB33-45B5-A1D9-52ECEBDE5C3C}" presName="wedge2Tx" presStyleLbl="node1" presStyleIdx="1" presStyleCnt="5">
        <dgm:presLayoutVars>
          <dgm:chMax val="0"/>
          <dgm:chPref val="0"/>
          <dgm:bulletEnabled val="1"/>
        </dgm:presLayoutVars>
      </dgm:prSet>
      <dgm:spPr/>
    </dgm:pt>
    <dgm:pt modelId="{81B794B5-40A6-4CCD-AD05-A649FC789623}" type="pres">
      <dgm:prSet presAssocID="{B28F4CAB-DB33-45B5-A1D9-52ECEBDE5C3C}" presName="wedge3" presStyleLbl="node1" presStyleIdx="2" presStyleCnt="5"/>
      <dgm:spPr/>
    </dgm:pt>
    <dgm:pt modelId="{71CBF716-D936-4734-95C4-14A540F1221A}" type="pres">
      <dgm:prSet presAssocID="{B28F4CAB-DB33-45B5-A1D9-52ECEBDE5C3C}" presName="dummy3a" presStyleCnt="0"/>
      <dgm:spPr/>
    </dgm:pt>
    <dgm:pt modelId="{4E16C31E-2D4E-4924-A3E1-31EB6839F481}" type="pres">
      <dgm:prSet presAssocID="{B28F4CAB-DB33-45B5-A1D9-52ECEBDE5C3C}" presName="dummy3b" presStyleCnt="0"/>
      <dgm:spPr/>
    </dgm:pt>
    <dgm:pt modelId="{ED5F43A9-9304-49D7-9D95-5F4D742A3FE6}" type="pres">
      <dgm:prSet presAssocID="{B28F4CAB-DB33-45B5-A1D9-52ECEBDE5C3C}" presName="wedge3Tx" presStyleLbl="node1" presStyleIdx="2" presStyleCnt="5">
        <dgm:presLayoutVars>
          <dgm:chMax val="0"/>
          <dgm:chPref val="0"/>
          <dgm:bulletEnabled val="1"/>
        </dgm:presLayoutVars>
      </dgm:prSet>
      <dgm:spPr/>
    </dgm:pt>
    <dgm:pt modelId="{4584A27E-D1B8-4B9D-B1E3-1B5E559EB33F}" type="pres">
      <dgm:prSet presAssocID="{B28F4CAB-DB33-45B5-A1D9-52ECEBDE5C3C}" presName="wedge4" presStyleLbl="node1" presStyleIdx="3" presStyleCnt="5"/>
      <dgm:spPr/>
    </dgm:pt>
    <dgm:pt modelId="{60FD385F-FB2F-4B7A-8FBD-A3B4FEE2EC6C}" type="pres">
      <dgm:prSet presAssocID="{B28F4CAB-DB33-45B5-A1D9-52ECEBDE5C3C}" presName="dummy4a" presStyleCnt="0"/>
      <dgm:spPr/>
    </dgm:pt>
    <dgm:pt modelId="{02EB826E-C7A0-4848-9AD5-D56FA00D38E8}" type="pres">
      <dgm:prSet presAssocID="{B28F4CAB-DB33-45B5-A1D9-52ECEBDE5C3C}" presName="dummy4b" presStyleCnt="0"/>
      <dgm:spPr/>
    </dgm:pt>
    <dgm:pt modelId="{70973187-A75A-4668-8DB9-97C309E6E970}" type="pres">
      <dgm:prSet presAssocID="{B28F4CAB-DB33-45B5-A1D9-52ECEBDE5C3C}" presName="wedge4Tx" presStyleLbl="node1" presStyleIdx="3" presStyleCnt="5">
        <dgm:presLayoutVars>
          <dgm:chMax val="0"/>
          <dgm:chPref val="0"/>
          <dgm:bulletEnabled val="1"/>
        </dgm:presLayoutVars>
      </dgm:prSet>
      <dgm:spPr/>
    </dgm:pt>
    <dgm:pt modelId="{6A9C37C8-72AE-4449-98A2-05C518ED9615}" type="pres">
      <dgm:prSet presAssocID="{B28F4CAB-DB33-45B5-A1D9-52ECEBDE5C3C}" presName="wedge5" presStyleLbl="node1" presStyleIdx="4" presStyleCnt="5"/>
      <dgm:spPr/>
    </dgm:pt>
    <dgm:pt modelId="{48E33AD5-7720-4C74-9BB4-54755FAF8806}" type="pres">
      <dgm:prSet presAssocID="{B28F4CAB-DB33-45B5-A1D9-52ECEBDE5C3C}" presName="dummy5a" presStyleCnt="0"/>
      <dgm:spPr/>
    </dgm:pt>
    <dgm:pt modelId="{60F63F0B-A9A4-416C-ADBE-BD6C7B429EC2}" type="pres">
      <dgm:prSet presAssocID="{B28F4CAB-DB33-45B5-A1D9-52ECEBDE5C3C}" presName="dummy5b" presStyleCnt="0"/>
      <dgm:spPr/>
    </dgm:pt>
    <dgm:pt modelId="{AFEFDB25-BA88-473F-9A66-507D5AFE9304}" type="pres">
      <dgm:prSet presAssocID="{B28F4CAB-DB33-45B5-A1D9-52ECEBDE5C3C}" presName="wedge5Tx" presStyleLbl="node1" presStyleIdx="4" presStyleCnt="5">
        <dgm:presLayoutVars>
          <dgm:chMax val="0"/>
          <dgm:chPref val="0"/>
          <dgm:bulletEnabled val="1"/>
        </dgm:presLayoutVars>
      </dgm:prSet>
      <dgm:spPr/>
    </dgm:pt>
    <dgm:pt modelId="{14EBF746-AB17-42E3-8E0C-A36D8CBF777E}" type="pres">
      <dgm:prSet presAssocID="{6CBBCB56-0A85-434F-B4FF-CD81302F19CE}" presName="arrowWedge1" presStyleLbl="fgSibTrans2D1" presStyleIdx="0" presStyleCnt="5"/>
      <dgm:spPr/>
    </dgm:pt>
    <dgm:pt modelId="{A0C7AAE3-BFC9-4E91-9885-E1B0D82199D4}" type="pres">
      <dgm:prSet presAssocID="{613B0533-EB7E-4C73-844E-4585BE5ED895}" presName="arrowWedge2" presStyleLbl="fgSibTrans2D1" presStyleIdx="1" presStyleCnt="5"/>
      <dgm:spPr/>
    </dgm:pt>
    <dgm:pt modelId="{CA46353E-E94E-43F2-BC03-7380821C253D}" type="pres">
      <dgm:prSet presAssocID="{94D5D0F9-615B-49D0-838D-F03CCA937BC2}" presName="arrowWedge3" presStyleLbl="fgSibTrans2D1" presStyleIdx="2" presStyleCnt="5"/>
      <dgm:spPr/>
    </dgm:pt>
    <dgm:pt modelId="{FBFDB98A-6B9F-4CDF-BAF6-20C7015EBE34}" type="pres">
      <dgm:prSet presAssocID="{8C9E5B43-093A-4A68-826A-5EBE5A0DB692}" presName="arrowWedge4" presStyleLbl="fgSibTrans2D1" presStyleIdx="3" presStyleCnt="5"/>
      <dgm:spPr/>
    </dgm:pt>
    <dgm:pt modelId="{16865103-82B3-4352-9CE9-30DC875C7194}" type="pres">
      <dgm:prSet presAssocID="{FBB0B381-066D-40DD-88FB-69BD76E2462B}" presName="arrowWedge5" presStyleLbl="fgSibTrans2D1" presStyleIdx="4" presStyleCnt="5"/>
      <dgm:spPr/>
    </dgm:pt>
  </dgm:ptLst>
  <dgm:cxnLst>
    <dgm:cxn modelId="{7968500C-2AF9-4389-86B2-DE5D8ED7E63E}" type="presOf" srcId="{808F8191-4D2B-424F-BD39-CB0F7E8DFA6D}" destId="{65EECA51-AF06-424E-B830-E3835401F11F}" srcOrd="0" destOrd="0" presId="urn:microsoft.com/office/officeart/2005/8/layout/cycle8"/>
    <dgm:cxn modelId="{D8E8E730-9608-4AC7-BD73-8D73F03223D3}" srcId="{B28F4CAB-DB33-45B5-A1D9-52ECEBDE5C3C}" destId="{808F8191-4D2B-424F-BD39-CB0F7E8DFA6D}" srcOrd="0" destOrd="0" parTransId="{B605860C-736D-464C-AF02-C906F3BBE6F2}" sibTransId="{6CBBCB56-0A85-434F-B4FF-CD81302F19CE}"/>
    <dgm:cxn modelId="{99D7E662-E582-4C9A-A7A2-0242E5AD76DB}" srcId="{B28F4CAB-DB33-45B5-A1D9-52ECEBDE5C3C}" destId="{0F902EE1-DECA-44DD-A3C7-290742E66BC6}" srcOrd="2" destOrd="0" parTransId="{DA662BBD-9730-4B3A-8EB2-26E8D679A581}" sibTransId="{94D5D0F9-615B-49D0-838D-F03CCA937BC2}"/>
    <dgm:cxn modelId="{84BB7866-9DC8-4272-A684-2585C2C94491}" type="presOf" srcId="{E6FE3023-C837-4650-91B2-8C55C73D6E0B}" destId="{70973187-A75A-4668-8DB9-97C309E6E970}" srcOrd="1" destOrd="0" presId="urn:microsoft.com/office/officeart/2005/8/layout/cycle8"/>
    <dgm:cxn modelId="{24E66C67-1F00-49CD-9078-9D7FDD2036A0}" type="presOf" srcId="{0F902EE1-DECA-44DD-A3C7-290742E66BC6}" destId="{81B794B5-40A6-4CCD-AD05-A649FC789623}" srcOrd="0" destOrd="0" presId="urn:microsoft.com/office/officeart/2005/8/layout/cycle8"/>
    <dgm:cxn modelId="{26D40273-667C-456C-803F-EC966BE91CF9}" type="presOf" srcId="{EDA22511-2444-4622-8205-412DD515ACC7}" destId="{184A4519-4C3A-4838-84F7-1E7545B7D91C}" srcOrd="0" destOrd="0" presId="urn:microsoft.com/office/officeart/2005/8/layout/cycle8"/>
    <dgm:cxn modelId="{46101278-A4BA-488C-B977-369E7A7345D9}" srcId="{B28F4CAB-DB33-45B5-A1D9-52ECEBDE5C3C}" destId="{46014604-99E1-4E49-A0BC-FD7E8DD42530}" srcOrd="4" destOrd="0" parTransId="{35FF51E9-DD28-4D7B-A189-B0E3CC3C21C4}" sibTransId="{FBB0B381-066D-40DD-88FB-69BD76E2462B}"/>
    <dgm:cxn modelId="{15F6EC8F-555C-4609-A0C0-A0615AA82A3B}" type="presOf" srcId="{EDA22511-2444-4622-8205-412DD515ACC7}" destId="{D317D184-D103-4AD4-87D1-EFED468549AB}" srcOrd="1" destOrd="0" presId="urn:microsoft.com/office/officeart/2005/8/layout/cycle8"/>
    <dgm:cxn modelId="{F431FB93-89A8-461F-8FFC-F6C070BF28AB}" type="presOf" srcId="{E6FE3023-C837-4650-91B2-8C55C73D6E0B}" destId="{4584A27E-D1B8-4B9D-B1E3-1B5E559EB33F}" srcOrd="0" destOrd="0" presId="urn:microsoft.com/office/officeart/2005/8/layout/cycle8"/>
    <dgm:cxn modelId="{E8441595-AA83-4956-8A67-FE2BBAB3716E}" type="presOf" srcId="{808F8191-4D2B-424F-BD39-CB0F7E8DFA6D}" destId="{8E2462AA-E734-4F27-A908-FF617671D6A5}" srcOrd="1" destOrd="0" presId="urn:microsoft.com/office/officeart/2005/8/layout/cycle8"/>
    <dgm:cxn modelId="{7222AB9B-6BCA-464C-A0AE-6994FA443694}" srcId="{B28F4CAB-DB33-45B5-A1D9-52ECEBDE5C3C}" destId="{EDA22511-2444-4622-8205-412DD515ACC7}" srcOrd="1" destOrd="0" parTransId="{F02FD008-3C37-47C2-81A3-A450D4916B00}" sibTransId="{613B0533-EB7E-4C73-844E-4585BE5ED895}"/>
    <dgm:cxn modelId="{6F48479E-C7AA-4100-9BC2-005CC94B6651}" type="presOf" srcId="{46014604-99E1-4E49-A0BC-FD7E8DD42530}" destId="{6A9C37C8-72AE-4449-98A2-05C518ED9615}" srcOrd="0" destOrd="0" presId="urn:microsoft.com/office/officeart/2005/8/layout/cycle8"/>
    <dgm:cxn modelId="{FF20309F-79B1-4838-97CD-4CBAF146BC93}" srcId="{B28F4CAB-DB33-45B5-A1D9-52ECEBDE5C3C}" destId="{E6FE3023-C837-4650-91B2-8C55C73D6E0B}" srcOrd="3" destOrd="0" parTransId="{E80B0CEC-77C8-432B-A984-D00FC6A46103}" sibTransId="{8C9E5B43-093A-4A68-826A-5EBE5A0DB692}"/>
    <dgm:cxn modelId="{FBF90FA8-866F-42EC-BAEB-D41CE4A58520}" type="presOf" srcId="{B28F4CAB-DB33-45B5-A1D9-52ECEBDE5C3C}" destId="{60F5DF98-5D3A-4CD2-9EA4-40173450F364}" srcOrd="0" destOrd="0" presId="urn:microsoft.com/office/officeart/2005/8/layout/cycle8"/>
    <dgm:cxn modelId="{40C84EAC-F876-459D-A7EC-BBFAAC68C9BE}" type="presOf" srcId="{0F902EE1-DECA-44DD-A3C7-290742E66BC6}" destId="{ED5F43A9-9304-49D7-9D95-5F4D742A3FE6}" srcOrd="1" destOrd="0" presId="urn:microsoft.com/office/officeart/2005/8/layout/cycle8"/>
    <dgm:cxn modelId="{0CF21FFB-5A10-4C13-A981-2341033FDCB1}" type="presOf" srcId="{46014604-99E1-4E49-A0BC-FD7E8DD42530}" destId="{AFEFDB25-BA88-473F-9A66-507D5AFE9304}" srcOrd="1" destOrd="0" presId="urn:microsoft.com/office/officeart/2005/8/layout/cycle8"/>
    <dgm:cxn modelId="{34FC8133-85E8-41B3-9580-BCA2B034D03A}" type="presParOf" srcId="{60F5DF98-5D3A-4CD2-9EA4-40173450F364}" destId="{65EECA51-AF06-424E-B830-E3835401F11F}" srcOrd="0" destOrd="0" presId="urn:microsoft.com/office/officeart/2005/8/layout/cycle8"/>
    <dgm:cxn modelId="{CF6BC426-B708-4C6D-A28A-A7C1E28CB5E2}" type="presParOf" srcId="{60F5DF98-5D3A-4CD2-9EA4-40173450F364}" destId="{829D5953-D4CB-424A-855F-3932F85A867C}" srcOrd="1" destOrd="0" presId="urn:microsoft.com/office/officeart/2005/8/layout/cycle8"/>
    <dgm:cxn modelId="{EDC7D64B-1A45-4B97-8C73-E1D87D6ECFE8}" type="presParOf" srcId="{60F5DF98-5D3A-4CD2-9EA4-40173450F364}" destId="{9B8D1D33-98EC-4933-9468-581B3A119026}" srcOrd="2" destOrd="0" presId="urn:microsoft.com/office/officeart/2005/8/layout/cycle8"/>
    <dgm:cxn modelId="{02BD771F-9F71-4DAD-AD62-45A5F4205E2F}" type="presParOf" srcId="{60F5DF98-5D3A-4CD2-9EA4-40173450F364}" destId="{8E2462AA-E734-4F27-A908-FF617671D6A5}" srcOrd="3" destOrd="0" presId="urn:microsoft.com/office/officeart/2005/8/layout/cycle8"/>
    <dgm:cxn modelId="{94F9B2F2-915F-4F62-B017-D8B39EDC8C63}" type="presParOf" srcId="{60F5DF98-5D3A-4CD2-9EA4-40173450F364}" destId="{184A4519-4C3A-4838-84F7-1E7545B7D91C}" srcOrd="4" destOrd="0" presId="urn:microsoft.com/office/officeart/2005/8/layout/cycle8"/>
    <dgm:cxn modelId="{4837CD07-9A84-435E-85D6-95C3EE8495C5}" type="presParOf" srcId="{60F5DF98-5D3A-4CD2-9EA4-40173450F364}" destId="{B85AD36F-782A-4C53-9D0C-A482E9DD9815}" srcOrd="5" destOrd="0" presId="urn:microsoft.com/office/officeart/2005/8/layout/cycle8"/>
    <dgm:cxn modelId="{BC86120D-4002-4A8C-83E3-3CD57B14BC08}" type="presParOf" srcId="{60F5DF98-5D3A-4CD2-9EA4-40173450F364}" destId="{62C4EC76-10DC-4AFF-A9DC-BE9E00646E1B}" srcOrd="6" destOrd="0" presId="urn:microsoft.com/office/officeart/2005/8/layout/cycle8"/>
    <dgm:cxn modelId="{F891CDB1-78CD-4F24-92EA-39779C286BD8}" type="presParOf" srcId="{60F5DF98-5D3A-4CD2-9EA4-40173450F364}" destId="{D317D184-D103-4AD4-87D1-EFED468549AB}" srcOrd="7" destOrd="0" presId="urn:microsoft.com/office/officeart/2005/8/layout/cycle8"/>
    <dgm:cxn modelId="{43FB10D7-2DD1-4CBB-892A-6DD22C680588}" type="presParOf" srcId="{60F5DF98-5D3A-4CD2-9EA4-40173450F364}" destId="{81B794B5-40A6-4CCD-AD05-A649FC789623}" srcOrd="8" destOrd="0" presId="urn:microsoft.com/office/officeart/2005/8/layout/cycle8"/>
    <dgm:cxn modelId="{64FB0981-4026-4444-B890-798FD5D22393}" type="presParOf" srcId="{60F5DF98-5D3A-4CD2-9EA4-40173450F364}" destId="{71CBF716-D936-4734-95C4-14A540F1221A}" srcOrd="9" destOrd="0" presId="urn:microsoft.com/office/officeart/2005/8/layout/cycle8"/>
    <dgm:cxn modelId="{B2B89702-BF42-4760-B729-F178D9B10645}" type="presParOf" srcId="{60F5DF98-5D3A-4CD2-9EA4-40173450F364}" destId="{4E16C31E-2D4E-4924-A3E1-31EB6839F481}" srcOrd="10" destOrd="0" presId="urn:microsoft.com/office/officeart/2005/8/layout/cycle8"/>
    <dgm:cxn modelId="{EECC6091-F06F-4D8D-9E05-88F11D8DCBD2}" type="presParOf" srcId="{60F5DF98-5D3A-4CD2-9EA4-40173450F364}" destId="{ED5F43A9-9304-49D7-9D95-5F4D742A3FE6}" srcOrd="11" destOrd="0" presId="urn:microsoft.com/office/officeart/2005/8/layout/cycle8"/>
    <dgm:cxn modelId="{DB9D0457-0824-494D-B655-E07CA2D03B69}" type="presParOf" srcId="{60F5DF98-5D3A-4CD2-9EA4-40173450F364}" destId="{4584A27E-D1B8-4B9D-B1E3-1B5E559EB33F}" srcOrd="12" destOrd="0" presId="urn:microsoft.com/office/officeart/2005/8/layout/cycle8"/>
    <dgm:cxn modelId="{E943D74D-DDA4-479A-AE6F-3D863EFCFD9B}" type="presParOf" srcId="{60F5DF98-5D3A-4CD2-9EA4-40173450F364}" destId="{60FD385F-FB2F-4B7A-8FBD-A3B4FEE2EC6C}" srcOrd="13" destOrd="0" presId="urn:microsoft.com/office/officeart/2005/8/layout/cycle8"/>
    <dgm:cxn modelId="{5A7DCF3A-0599-4070-AB24-BA43117426C0}" type="presParOf" srcId="{60F5DF98-5D3A-4CD2-9EA4-40173450F364}" destId="{02EB826E-C7A0-4848-9AD5-D56FA00D38E8}" srcOrd="14" destOrd="0" presId="urn:microsoft.com/office/officeart/2005/8/layout/cycle8"/>
    <dgm:cxn modelId="{6EFD3691-254A-45AB-93CD-00A507D7F369}" type="presParOf" srcId="{60F5DF98-5D3A-4CD2-9EA4-40173450F364}" destId="{70973187-A75A-4668-8DB9-97C309E6E970}" srcOrd="15" destOrd="0" presId="urn:microsoft.com/office/officeart/2005/8/layout/cycle8"/>
    <dgm:cxn modelId="{71CD6E8C-2C4A-468A-AD50-90618D409001}" type="presParOf" srcId="{60F5DF98-5D3A-4CD2-9EA4-40173450F364}" destId="{6A9C37C8-72AE-4449-98A2-05C518ED9615}" srcOrd="16" destOrd="0" presId="urn:microsoft.com/office/officeart/2005/8/layout/cycle8"/>
    <dgm:cxn modelId="{FA481F55-8C9A-4604-8CD7-3E43DC42393D}" type="presParOf" srcId="{60F5DF98-5D3A-4CD2-9EA4-40173450F364}" destId="{48E33AD5-7720-4C74-9BB4-54755FAF8806}" srcOrd="17" destOrd="0" presId="urn:microsoft.com/office/officeart/2005/8/layout/cycle8"/>
    <dgm:cxn modelId="{975582F5-96DC-472A-8ED9-2A627EC7B1E5}" type="presParOf" srcId="{60F5DF98-5D3A-4CD2-9EA4-40173450F364}" destId="{60F63F0B-A9A4-416C-ADBE-BD6C7B429EC2}" srcOrd="18" destOrd="0" presId="urn:microsoft.com/office/officeart/2005/8/layout/cycle8"/>
    <dgm:cxn modelId="{4E0C37FA-A077-40E5-9F1E-AC32FD69A834}" type="presParOf" srcId="{60F5DF98-5D3A-4CD2-9EA4-40173450F364}" destId="{AFEFDB25-BA88-473F-9A66-507D5AFE9304}" srcOrd="19" destOrd="0" presId="urn:microsoft.com/office/officeart/2005/8/layout/cycle8"/>
    <dgm:cxn modelId="{90B11882-7DDF-403A-86E2-6CB32C3F48C4}" type="presParOf" srcId="{60F5DF98-5D3A-4CD2-9EA4-40173450F364}" destId="{14EBF746-AB17-42E3-8E0C-A36D8CBF777E}" srcOrd="20" destOrd="0" presId="urn:microsoft.com/office/officeart/2005/8/layout/cycle8"/>
    <dgm:cxn modelId="{7F5FC141-0D2F-47B4-84B3-A89F5AFC2007}" type="presParOf" srcId="{60F5DF98-5D3A-4CD2-9EA4-40173450F364}" destId="{A0C7AAE3-BFC9-4E91-9885-E1B0D82199D4}" srcOrd="21" destOrd="0" presId="urn:microsoft.com/office/officeart/2005/8/layout/cycle8"/>
    <dgm:cxn modelId="{8B3C7727-EE0F-49F7-B8C5-9CF51938D260}" type="presParOf" srcId="{60F5DF98-5D3A-4CD2-9EA4-40173450F364}" destId="{CA46353E-E94E-43F2-BC03-7380821C253D}" srcOrd="22" destOrd="0" presId="urn:microsoft.com/office/officeart/2005/8/layout/cycle8"/>
    <dgm:cxn modelId="{31AA60D6-8A0A-4A28-8C7C-0537AB03687D}" type="presParOf" srcId="{60F5DF98-5D3A-4CD2-9EA4-40173450F364}" destId="{FBFDB98A-6B9F-4CDF-BAF6-20C7015EBE34}" srcOrd="23" destOrd="0" presId="urn:microsoft.com/office/officeart/2005/8/layout/cycle8"/>
    <dgm:cxn modelId="{0711A787-D20A-4E1C-9631-FAB67E56A1DA}" type="presParOf" srcId="{60F5DF98-5D3A-4CD2-9EA4-40173450F364}" destId="{16865103-82B3-4352-9CE9-30DC875C7194}" srcOrd="24" destOrd="0" presId="urn:microsoft.com/office/officeart/2005/8/layout/cycle8"/>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F24536-36B5-4D1C-96C9-0C143E16626B}">
      <dsp:nvSpPr>
        <dsp:cNvPr id="0" name=""/>
        <dsp:cNvSpPr/>
      </dsp:nvSpPr>
      <dsp:spPr>
        <a:xfrm>
          <a:off x="904" y="383138"/>
          <a:ext cx="1763581" cy="705432"/>
        </a:xfrm>
        <a:prstGeom prst="homePlat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GB" sz="1800" kern="1200" dirty="0"/>
            <a:t>Dataset collection</a:t>
          </a:r>
        </a:p>
      </dsp:txBody>
      <dsp:txXfrm>
        <a:off x="904" y="383138"/>
        <a:ext cx="1587223" cy="705432"/>
      </dsp:txXfrm>
    </dsp:sp>
    <dsp:sp modelId="{57C0F082-F8B4-43DB-8210-E2536E4BE22E}">
      <dsp:nvSpPr>
        <dsp:cNvPr id="0" name=""/>
        <dsp:cNvSpPr/>
      </dsp:nvSpPr>
      <dsp:spPr>
        <a:xfrm>
          <a:off x="1411769" y="383138"/>
          <a:ext cx="1763581" cy="705432"/>
        </a:xfrm>
        <a:prstGeom prst="chevron">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GB" sz="1800" kern="1200" dirty="0"/>
            <a:t>Labelling</a:t>
          </a:r>
        </a:p>
      </dsp:txBody>
      <dsp:txXfrm>
        <a:off x="1764485" y="383138"/>
        <a:ext cx="1058149" cy="705432"/>
      </dsp:txXfrm>
    </dsp:sp>
    <dsp:sp modelId="{90B38F72-DE0F-4B3B-AFAC-F406F8AFDF20}">
      <dsp:nvSpPr>
        <dsp:cNvPr id="0" name=""/>
        <dsp:cNvSpPr/>
      </dsp:nvSpPr>
      <dsp:spPr>
        <a:xfrm>
          <a:off x="2822635" y="383138"/>
          <a:ext cx="1763581" cy="705432"/>
        </a:xfrm>
        <a:prstGeom prst="chevron">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GB" sz="1800" kern="1200" dirty="0"/>
            <a:t>Training</a:t>
          </a:r>
        </a:p>
      </dsp:txBody>
      <dsp:txXfrm>
        <a:off x="3175351" y="383138"/>
        <a:ext cx="1058149" cy="705432"/>
      </dsp:txXfrm>
    </dsp:sp>
    <dsp:sp modelId="{5BC03C78-A868-4673-A7D2-E5025533E001}">
      <dsp:nvSpPr>
        <dsp:cNvPr id="0" name=""/>
        <dsp:cNvSpPr/>
      </dsp:nvSpPr>
      <dsp:spPr>
        <a:xfrm>
          <a:off x="4233500" y="383138"/>
          <a:ext cx="1763581" cy="705432"/>
        </a:xfrm>
        <a:prstGeom prst="chevron">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GB" sz="1800" kern="1200" dirty="0"/>
            <a:t>Testing</a:t>
          </a:r>
        </a:p>
      </dsp:txBody>
      <dsp:txXfrm>
        <a:off x="4586216" y="383138"/>
        <a:ext cx="1058149" cy="705432"/>
      </dsp:txXfrm>
    </dsp:sp>
    <dsp:sp modelId="{F25FEBF3-7555-427D-A7C3-86B875B90C63}">
      <dsp:nvSpPr>
        <dsp:cNvPr id="0" name=""/>
        <dsp:cNvSpPr/>
      </dsp:nvSpPr>
      <dsp:spPr>
        <a:xfrm>
          <a:off x="5644365" y="383138"/>
          <a:ext cx="1763581" cy="705432"/>
        </a:xfrm>
        <a:prstGeom prst="chevron">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GB" sz="1800" kern="1200" dirty="0"/>
            <a:t>Analysis</a:t>
          </a:r>
        </a:p>
      </dsp:txBody>
      <dsp:txXfrm>
        <a:off x="5997081" y="383138"/>
        <a:ext cx="1058149" cy="7054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9D9BA8-718A-423A-B9E6-C86295CDFC71}">
      <dsp:nvSpPr>
        <dsp:cNvPr id="0" name=""/>
        <dsp:cNvSpPr/>
      </dsp:nvSpPr>
      <dsp:spPr>
        <a:xfrm>
          <a:off x="219" y="806420"/>
          <a:ext cx="1805694" cy="902847"/>
        </a:xfrm>
        <a:prstGeom prst="roundRect">
          <a:avLst>
            <a:gd name="adj" fmla="val 10000"/>
          </a:avLst>
        </a:prstGeom>
        <a:solidFill>
          <a:schemeClr val="l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kern="1200" dirty="0"/>
            <a:t>Hypothesis testing</a:t>
          </a:r>
        </a:p>
      </dsp:txBody>
      <dsp:txXfrm>
        <a:off x="26662" y="832863"/>
        <a:ext cx="1752808" cy="849961"/>
      </dsp:txXfrm>
    </dsp:sp>
    <dsp:sp modelId="{2BBEDD88-A878-4843-8B93-082815BBDB64}">
      <dsp:nvSpPr>
        <dsp:cNvPr id="0" name=""/>
        <dsp:cNvSpPr/>
      </dsp:nvSpPr>
      <dsp:spPr>
        <a:xfrm rot="19457599">
          <a:off x="1722309" y="965976"/>
          <a:ext cx="889487" cy="64599"/>
        </a:xfrm>
        <a:custGeom>
          <a:avLst/>
          <a:gdLst/>
          <a:ahLst/>
          <a:cxnLst/>
          <a:rect l="0" t="0" r="0" b="0"/>
          <a:pathLst>
            <a:path>
              <a:moveTo>
                <a:pt x="0" y="32299"/>
              </a:moveTo>
              <a:lnTo>
                <a:pt x="889487" y="32299"/>
              </a:lnTo>
            </a:path>
          </a:pathLst>
        </a:custGeom>
        <a:noFill/>
        <a:ln w="12700" cap="flat" cmpd="sng" algn="ctr">
          <a:solidFill>
            <a:schemeClr val="dk2">
              <a:shade val="60000"/>
              <a:hueOff val="0"/>
              <a:satOff val="0"/>
              <a:lumOff val="0"/>
              <a:alphaOff val="0"/>
            </a:schemeClr>
          </a:solidFill>
          <a:prstDash val="solid"/>
          <a:miter lim="800000"/>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144816" y="976038"/>
        <a:ext cx="44474" cy="44474"/>
      </dsp:txXfrm>
    </dsp:sp>
    <dsp:sp modelId="{7356D40C-6D71-4AD8-92DA-A6341D5DA7D7}">
      <dsp:nvSpPr>
        <dsp:cNvPr id="0" name=""/>
        <dsp:cNvSpPr/>
      </dsp:nvSpPr>
      <dsp:spPr>
        <a:xfrm>
          <a:off x="2528192" y="287283"/>
          <a:ext cx="1805694" cy="902847"/>
        </a:xfrm>
        <a:prstGeom prst="roundRect">
          <a:avLst>
            <a:gd name="adj" fmla="val 10000"/>
          </a:avLst>
        </a:prstGeom>
        <a:solidFill>
          <a:schemeClr val="l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dirty="0"/>
            <a:t>H0: No difference in F1 scores between clutter levels</a:t>
          </a:r>
        </a:p>
      </dsp:txBody>
      <dsp:txXfrm>
        <a:off x="2554635" y="313726"/>
        <a:ext cx="1752808" cy="849961"/>
      </dsp:txXfrm>
    </dsp:sp>
    <dsp:sp modelId="{5525C2E8-374A-4A19-80E1-265430C93124}">
      <dsp:nvSpPr>
        <dsp:cNvPr id="0" name=""/>
        <dsp:cNvSpPr/>
      </dsp:nvSpPr>
      <dsp:spPr>
        <a:xfrm>
          <a:off x="4333887" y="706407"/>
          <a:ext cx="722277" cy="64599"/>
        </a:xfrm>
        <a:custGeom>
          <a:avLst/>
          <a:gdLst/>
          <a:ahLst/>
          <a:cxnLst/>
          <a:rect l="0" t="0" r="0" b="0"/>
          <a:pathLst>
            <a:path>
              <a:moveTo>
                <a:pt x="0" y="32299"/>
              </a:moveTo>
              <a:lnTo>
                <a:pt x="722277" y="32299"/>
              </a:lnTo>
            </a:path>
          </a:pathLst>
        </a:custGeom>
        <a:noFill/>
        <a:ln w="12700" cap="flat" cmpd="sng" algn="ctr">
          <a:solidFill>
            <a:schemeClr val="dk2">
              <a:shade val="8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676969" y="720650"/>
        <a:ext cx="36113" cy="36113"/>
      </dsp:txXfrm>
    </dsp:sp>
    <dsp:sp modelId="{66494FAB-9C6C-4F61-B4A0-2BF7ED93F452}">
      <dsp:nvSpPr>
        <dsp:cNvPr id="0" name=""/>
        <dsp:cNvSpPr/>
      </dsp:nvSpPr>
      <dsp:spPr>
        <a:xfrm>
          <a:off x="5056164" y="287283"/>
          <a:ext cx="1805694" cy="902847"/>
        </a:xfrm>
        <a:prstGeom prst="roundRect">
          <a:avLst>
            <a:gd name="adj" fmla="val 10000"/>
          </a:avLst>
        </a:prstGeom>
        <a:solidFill>
          <a:schemeClr val="l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dirty="0"/>
            <a:t>Kruskal-Wallis Test</a:t>
          </a:r>
        </a:p>
        <a:p>
          <a:pPr marL="0" lvl="0" indent="0" algn="ctr" defTabSz="533400">
            <a:lnSpc>
              <a:spcPct val="90000"/>
            </a:lnSpc>
            <a:spcBef>
              <a:spcPct val="0"/>
            </a:spcBef>
            <a:spcAft>
              <a:spcPct val="35000"/>
            </a:spcAft>
            <a:buNone/>
          </a:pPr>
          <a:r>
            <a:rPr lang="en-GB" sz="1200" kern="1200" dirty="0"/>
            <a:t>(p &lt; 0.05)</a:t>
          </a:r>
        </a:p>
      </dsp:txBody>
      <dsp:txXfrm>
        <a:off x="5082607" y="313726"/>
        <a:ext cx="1752808" cy="849961"/>
      </dsp:txXfrm>
    </dsp:sp>
    <dsp:sp modelId="{FCE3B94D-7642-4D8B-9FD6-CB7131289075}">
      <dsp:nvSpPr>
        <dsp:cNvPr id="0" name=""/>
        <dsp:cNvSpPr/>
      </dsp:nvSpPr>
      <dsp:spPr>
        <a:xfrm>
          <a:off x="6861859" y="706407"/>
          <a:ext cx="722277" cy="64599"/>
        </a:xfrm>
        <a:custGeom>
          <a:avLst/>
          <a:gdLst/>
          <a:ahLst/>
          <a:cxnLst/>
          <a:rect l="0" t="0" r="0" b="0"/>
          <a:pathLst>
            <a:path>
              <a:moveTo>
                <a:pt x="0" y="32299"/>
              </a:moveTo>
              <a:lnTo>
                <a:pt x="722277" y="32299"/>
              </a:lnTo>
            </a:path>
          </a:pathLst>
        </a:custGeom>
        <a:noFill/>
        <a:ln w="12700" cap="flat" cmpd="sng" algn="ctr">
          <a:solidFill>
            <a:schemeClr val="dk2">
              <a:shade val="8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7204941" y="720650"/>
        <a:ext cx="36113" cy="36113"/>
      </dsp:txXfrm>
    </dsp:sp>
    <dsp:sp modelId="{6FBD7239-E031-45E1-A7A0-210603273BCC}">
      <dsp:nvSpPr>
        <dsp:cNvPr id="0" name=""/>
        <dsp:cNvSpPr/>
      </dsp:nvSpPr>
      <dsp:spPr>
        <a:xfrm>
          <a:off x="7584137" y="287283"/>
          <a:ext cx="1805694" cy="902847"/>
        </a:xfrm>
        <a:prstGeom prst="roundRect">
          <a:avLst>
            <a:gd name="adj" fmla="val 10000"/>
          </a:avLst>
        </a:prstGeom>
        <a:solidFill>
          <a:schemeClr val="l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dirty="0"/>
            <a:t>Run Tukey HSD to check differences in clutter levels</a:t>
          </a:r>
        </a:p>
      </dsp:txBody>
      <dsp:txXfrm>
        <a:off x="7610580" y="313726"/>
        <a:ext cx="1752808" cy="849961"/>
      </dsp:txXfrm>
    </dsp:sp>
    <dsp:sp modelId="{EE18B8AB-F331-407F-9D27-2FE98404241E}">
      <dsp:nvSpPr>
        <dsp:cNvPr id="0" name=""/>
        <dsp:cNvSpPr/>
      </dsp:nvSpPr>
      <dsp:spPr>
        <a:xfrm rot="2142401">
          <a:off x="1722309" y="1485113"/>
          <a:ext cx="889487" cy="64599"/>
        </a:xfrm>
        <a:custGeom>
          <a:avLst/>
          <a:gdLst/>
          <a:ahLst/>
          <a:cxnLst/>
          <a:rect l="0" t="0" r="0" b="0"/>
          <a:pathLst>
            <a:path>
              <a:moveTo>
                <a:pt x="0" y="32299"/>
              </a:moveTo>
              <a:lnTo>
                <a:pt x="889487" y="32299"/>
              </a:lnTo>
            </a:path>
          </a:pathLst>
        </a:custGeom>
        <a:noFill/>
        <a:ln w="12700" cap="flat" cmpd="sng" algn="ctr">
          <a:solidFill>
            <a:schemeClr val="dk2">
              <a:shade val="60000"/>
              <a:hueOff val="0"/>
              <a:satOff val="0"/>
              <a:lumOff val="0"/>
              <a:alphaOff val="0"/>
            </a:schemeClr>
          </a:solidFill>
          <a:prstDash val="solid"/>
          <a:miter lim="800000"/>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144816" y="1495175"/>
        <a:ext cx="44474" cy="44474"/>
      </dsp:txXfrm>
    </dsp:sp>
    <dsp:sp modelId="{5BDF7082-93BA-4773-9613-812EDD94EFD7}">
      <dsp:nvSpPr>
        <dsp:cNvPr id="0" name=""/>
        <dsp:cNvSpPr/>
      </dsp:nvSpPr>
      <dsp:spPr>
        <a:xfrm>
          <a:off x="2528192" y="1325558"/>
          <a:ext cx="1805694" cy="902847"/>
        </a:xfrm>
        <a:prstGeom prst="roundRect">
          <a:avLst>
            <a:gd name="adj" fmla="val 10000"/>
          </a:avLst>
        </a:prstGeom>
        <a:solidFill>
          <a:schemeClr val="l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dirty="0"/>
            <a:t>H1: Significant difference in F1 scores between clutter level</a:t>
          </a:r>
        </a:p>
      </dsp:txBody>
      <dsp:txXfrm>
        <a:off x="2554635" y="1352001"/>
        <a:ext cx="1752808" cy="84996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EECA51-AF06-424E-B830-E3835401F11F}">
      <dsp:nvSpPr>
        <dsp:cNvPr id="0" name=""/>
        <dsp:cNvSpPr/>
      </dsp:nvSpPr>
      <dsp:spPr>
        <a:xfrm>
          <a:off x="1105015" y="241263"/>
          <a:ext cx="3274010" cy="3274010"/>
        </a:xfrm>
        <a:prstGeom prst="pie">
          <a:avLst>
            <a:gd name="adj1" fmla="val 16200000"/>
            <a:gd name="adj2" fmla="val 2052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kern="1200" dirty="0"/>
            <a:t>Evaluation</a:t>
          </a:r>
        </a:p>
      </dsp:txBody>
      <dsp:txXfrm>
        <a:off x="2812957" y="791609"/>
        <a:ext cx="1052360" cy="701573"/>
      </dsp:txXfrm>
    </dsp:sp>
    <dsp:sp modelId="{184A4519-4C3A-4838-84F7-1E7545B7D91C}">
      <dsp:nvSpPr>
        <dsp:cNvPr id="0" name=""/>
        <dsp:cNvSpPr/>
      </dsp:nvSpPr>
      <dsp:spPr>
        <a:xfrm>
          <a:off x="1133078" y="328570"/>
          <a:ext cx="3274010" cy="3274010"/>
        </a:xfrm>
        <a:prstGeom prst="pie">
          <a:avLst>
            <a:gd name="adj1" fmla="val 20520000"/>
            <a:gd name="adj2" fmla="val 324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kern="1200" dirty="0"/>
            <a:t>Analysis</a:t>
          </a:r>
        </a:p>
      </dsp:txBody>
      <dsp:txXfrm>
        <a:off x="3241697" y="1824481"/>
        <a:ext cx="974408" cy="779526"/>
      </dsp:txXfrm>
    </dsp:sp>
    <dsp:sp modelId="{81B794B5-40A6-4CCD-AD05-A649FC789623}">
      <dsp:nvSpPr>
        <dsp:cNvPr id="0" name=""/>
        <dsp:cNvSpPr/>
      </dsp:nvSpPr>
      <dsp:spPr>
        <a:xfrm>
          <a:off x="1059023" y="382357"/>
          <a:ext cx="3274010" cy="3274010"/>
        </a:xfrm>
        <a:prstGeom prst="pie">
          <a:avLst>
            <a:gd name="adj1" fmla="val 3240000"/>
            <a:gd name="adj2" fmla="val 756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kern="1200" dirty="0"/>
            <a:t>Dataset Creation</a:t>
          </a:r>
        </a:p>
      </dsp:txBody>
      <dsp:txXfrm>
        <a:off x="2228313" y="2681960"/>
        <a:ext cx="935431" cy="857479"/>
      </dsp:txXfrm>
    </dsp:sp>
    <dsp:sp modelId="{4584A27E-D1B8-4B9D-B1E3-1B5E559EB33F}">
      <dsp:nvSpPr>
        <dsp:cNvPr id="0" name=""/>
        <dsp:cNvSpPr/>
      </dsp:nvSpPr>
      <dsp:spPr>
        <a:xfrm>
          <a:off x="984968" y="328570"/>
          <a:ext cx="3274010" cy="3274010"/>
        </a:xfrm>
        <a:prstGeom prst="pie">
          <a:avLst>
            <a:gd name="adj1" fmla="val 7560000"/>
            <a:gd name="adj2" fmla="val 1188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kern="1200" dirty="0"/>
            <a:t>Training Models</a:t>
          </a:r>
        </a:p>
      </dsp:txBody>
      <dsp:txXfrm>
        <a:off x="1175952" y="1824481"/>
        <a:ext cx="974408" cy="779526"/>
      </dsp:txXfrm>
    </dsp:sp>
    <dsp:sp modelId="{6A9C37C8-72AE-4449-98A2-05C518ED9615}">
      <dsp:nvSpPr>
        <dsp:cNvPr id="0" name=""/>
        <dsp:cNvSpPr/>
      </dsp:nvSpPr>
      <dsp:spPr>
        <a:xfrm>
          <a:off x="1013031" y="241263"/>
          <a:ext cx="3274010" cy="3274010"/>
        </a:xfrm>
        <a:prstGeom prst="pie">
          <a:avLst>
            <a:gd name="adj1" fmla="val 11880000"/>
            <a:gd name="adj2" fmla="val 1620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kern="1200" dirty="0"/>
            <a:t>Testing</a:t>
          </a:r>
        </a:p>
      </dsp:txBody>
      <dsp:txXfrm>
        <a:off x="1526739" y="791609"/>
        <a:ext cx="1052360" cy="701573"/>
      </dsp:txXfrm>
    </dsp:sp>
    <dsp:sp modelId="{14EBF746-AB17-42E3-8E0C-A36D8CBF777E}">
      <dsp:nvSpPr>
        <dsp:cNvPr id="0" name=""/>
        <dsp:cNvSpPr/>
      </dsp:nvSpPr>
      <dsp:spPr>
        <a:xfrm>
          <a:off x="902184" y="38586"/>
          <a:ext cx="3679364" cy="3679364"/>
        </a:xfrm>
        <a:prstGeom prst="circularArrow">
          <a:avLst>
            <a:gd name="adj1" fmla="val 5085"/>
            <a:gd name="adj2" fmla="val 327528"/>
            <a:gd name="adj3" fmla="val 20192361"/>
            <a:gd name="adj4" fmla="val 16200324"/>
            <a:gd name="adj5" fmla="val 5932"/>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0C7AAE3-BFC9-4E91-9885-E1B0D82199D4}">
      <dsp:nvSpPr>
        <dsp:cNvPr id="0" name=""/>
        <dsp:cNvSpPr/>
      </dsp:nvSpPr>
      <dsp:spPr>
        <a:xfrm>
          <a:off x="930627" y="125864"/>
          <a:ext cx="3679364" cy="3679364"/>
        </a:xfrm>
        <a:prstGeom prst="circularArrow">
          <a:avLst>
            <a:gd name="adj1" fmla="val 5085"/>
            <a:gd name="adj2" fmla="val 327528"/>
            <a:gd name="adj3" fmla="val 2912753"/>
            <a:gd name="adj4" fmla="val 20519953"/>
            <a:gd name="adj5" fmla="val 5932"/>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CA46353E-E94E-43F2-BC03-7380821C253D}">
      <dsp:nvSpPr>
        <dsp:cNvPr id="0" name=""/>
        <dsp:cNvSpPr/>
      </dsp:nvSpPr>
      <dsp:spPr>
        <a:xfrm>
          <a:off x="856346" y="179816"/>
          <a:ext cx="3679364" cy="3679364"/>
        </a:xfrm>
        <a:prstGeom prst="circularArrow">
          <a:avLst>
            <a:gd name="adj1" fmla="val 5085"/>
            <a:gd name="adj2" fmla="val 327528"/>
            <a:gd name="adj3" fmla="val 7232777"/>
            <a:gd name="adj4" fmla="val 3239695"/>
            <a:gd name="adj5" fmla="val 5932"/>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BFDB98A-6B9F-4CDF-BAF6-20C7015EBE34}">
      <dsp:nvSpPr>
        <dsp:cNvPr id="0" name=""/>
        <dsp:cNvSpPr/>
      </dsp:nvSpPr>
      <dsp:spPr>
        <a:xfrm>
          <a:off x="782065" y="125864"/>
          <a:ext cx="3679364" cy="3679364"/>
        </a:xfrm>
        <a:prstGeom prst="circularArrow">
          <a:avLst>
            <a:gd name="adj1" fmla="val 5085"/>
            <a:gd name="adj2" fmla="val 327528"/>
            <a:gd name="adj3" fmla="val 11552519"/>
            <a:gd name="adj4" fmla="val 7559718"/>
            <a:gd name="adj5" fmla="val 5932"/>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6865103-82B3-4352-9CE9-30DC875C7194}">
      <dsp:nvSpPr>
        <dsp:cNvPr id="0" name=""/>
        <dsp:cNvSpPr/>
      </dsp:nvSpPr>
      <dsp:spPr>
        <a:xfrm>
          <a:off x="810508" y="38586"/>
          <a:ext cx="3679364" cy="3679364"/>
        </a:xfrm>
        <a:prstGeom prst="circularArrow">
          <a:avLst>
            <a:gd name="adj1" fmla="val 5085"/>
            <a:gd name="adj2" fmla="val 327528"/>
            <a:gd name="adj3" fmla="val 15872148"/>
            <a:gd name="adj4" fmla="val 11880111"/>
            <a:gd name="adj5" fmla="val 5932"/>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615FAA28-D333-4D57-AF0E-BDF53B4498B2}" type="datetime1">
              <a:rPr lang="en-GB" smtClean="0"/>
              <a:t>11/04/2025</a:t>
            </a:fld>
            <a:endParaRPr lang="en-GB"/>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2C0B10-7CAE-41E4-AB02-7E8B1FF2B898}" type="slidenum">
              <a:rPr lang="en-GB" smtClean="0"/>
              <a:t>‹#›</a:t>
            </a:fld>
            <a:endParaRPr lang="en-GB"/>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6D03277C-3F5C-4673-8D79-1738A329ED93}" type="datetime1">
              <a:rPr lang="en-GB" noProof="0" smtClean="0"/>
              <a:t>11/04/2025</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530193B-564F-4854-8A52-728F3FB19C85}" type="slidenum">
              <a:rPr lang="en-GB" noProof="0" smtClean="0"/>
              <a:t>‹#›</a:t>
            </a:fld>
            <a:endParaRPr lang="en-GB"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8530193B-564F-4854-8A52-728F3FB19C85}" type="slidenum">
              <a:rPr lang="en-GB" smtClean="0"/>
              <a:t>1</a:t>
            </a:fld>
            <a:endParaRPr lang="en-GB"/>
          </a:p>
        </p:txBody>
      </p:sp>
    </p:spTree>
    <p:extLst>
      <p:ext uri="{BB962C8B-B14F-4D97-AF65-F5344CB8AC3E}">
        <p14:creationId xmlns:p14="http://schemas.microsoft.com/office/powerpoint/2010/main" val="22564601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8530193B-564F-4854-8A52-728F3FB19C85}" type="slidenum">
              <a:rPr lang="en-GB" smtClean="0"/>
              <a:t>2</a:t>
            </a:fld>
            <a:endParaRPr lang="en-GB"/>
          </a:p>
        </p:txBody>
      </p:sp>
    </p:spTree>
    <p:extLst>
      <p:ext uri="{BB962C8B-B14F-4D97-AF65-F5344CB8AC3E}">
        <p14:creationId xmlns:p14="http://schemas.microsoft.com/office/powerpoint/2010/main" val="40687167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171450" indent="-171450" rtl="0">
              <a:buFont typeface="Arial" panose="020B0604020202020204" pitchFamily="34" charset="0"/>
              <a:buChar char="•"/>
            </a:pPr>
            <a:r>
              <a:rPr lang="en-GB" dirty="0"/>
              <a:t>What is the problem I am trying to solve?</a:t>
            </a:r>
          </a:p>
          <a:p>
            <a:pPr rtl="0"/>
            <a:r>
              <a:rPr lang="en-GB" dirty="0"/>
              <a:t>I want to help people with visual impairment problems to be able to localise important items in different levels of clutter in a home environment.</a:t>
            </a:r>
          </a:p>
          <a:p>
            <a:pPr rtl="0"/>
            <a:r>
              <a:rPr lang="en-GB" dirty="0"/>
              <a:t>I want them to be able to be more independent with the help of an assistive system that could help them localise important items as for example  a medicine in a cluttered shelf. </a:t>
            </a:r>
          </a:p>
          <a:p>
            <a:pPr rtl="0"/>
            <a:endParaRPr lang="en-GB" dirty="0"/>
          </a:p>
          <a:p>
            <a:pPr marL="171450" indent="-171450" rtl="0">
              <a:buFont typeface="Arial" panose="020B0604020202020204" pitchFamily="34" charset="0"/>
              <a:buChar char="•"/>
            </a:pPr>
            <a:r>
              <a:rPr lang="en-GB" dirty="0"/>
              <a:t>System brief description:</a:t>
            </a:r>
          </a:p>
          <a:p>
            <a:pPr marL="0" indent="0" rtl="0">
              <a:buFont typeface="Arial" panose="020B0604020202020204" pitchFamily="34" charset="0"/>
              <a:buNone/>
            </a:pPr>
            <a:r>
              <a:rPr lang="en-GB" dirty="0"/>
              <a:t>This paper analyse two YOLO models, YOLOv8 and YOLOv11, in localising a medicine box in different levels of clutter in a shelf.</a:t>
            </a:r>
          </a:p>
          <a:p>
            <a:pPr marL="0" indent="0" rtl="0">
              <a:buFont typeface="Arial" panose="020B0604020202020204" pitchFamily="34" charset="0"/>
              <a:buNone/>
            </a:pPr>
            <a:r>
              <a:rPr lang="en-GB" dirty="0"/>
              <a:t>The aim of this analysis it to get a conclusion of which one would be the best candidate for a development of an assistive system.</a:t>
            </a:r>
          </a:p>
          <a:p>
            <a:pPr marL="0" indent="0" rtl="0">
              <a:buFont typeface="Arial" panose="020B0604020202020204" pitchFamily="34" charset="0"/>
              <a:buNone/>
            </a:pPr>
            <a:endParaRPr lang="en-GB" dirty="0"/>
          </a:p>
          <a:p>
            <a:pPr marL="171450" indent="-171450" rtl="0">
              <a:buFont typeface="Arial" panose="020B0604020202020204" pitchFamily="34" charset="0"/>
              <a:buChar char="•"/>
            </a:pPr>
            <a:r>
              <a:rPr lang="en-GB" dirty="0"/>
              <a:t>Levels of clutter metrics:</a:t>
            </a:r>
          </a:p>
          <a:p>
            <a:pPr marL="0" indent="0" rtl="0">
              <a:buFont typeface="Arial" panose="020B0604020202020204" pitchFamily="34" charset="0"/>
              <a:buNone/>
            </a:pPr>
            <a:r>
              <a:rPr lang="en-GB" dirty="0"/>
              <a:t>The metrics I am using to determine the level of clutter are as follow: </a:t>
            </a:r>
          </a:p>
          <a:p>
            <a:pPr marL="628650" lvl="1" indent="-171450" rtl="0">
              <a:buFont typeface="Arial" panose="020B0604020202020204" pitchFamily="34" charset="0"/>
              <a:buChar char="•"/>
            </a:pPr>
            <a:r>
              <a:rPr lang="en-GB" dirty="0"/>
              <a:t>Level 0: there is not clutter at all.</a:t>
            </a:r>
          </a:p>
          <a:p>
            <a:pPr marL="628650" lvl="1" indent="-171450" rtl="0">
              <a:buFont typeface="Arial" panose="020B0604020202020204" pitchFamily="34" charset="0"/>
              <a:buChar char="•"/>
            </a:pPr>
            <a:r>
              <a:rPr lang="en-GB" dirty="0"/>
              <a:t>Level 1: around 25% of the pixels from the image is cover in clutter.</a:t>
            </a:r>
          </a:p>
          <a:p>
            <a:pPr marL="628650" lvl="1" indent="-171450" rtl="0">
              <a:buFont typeface="Arial" panose="020B0604020202020204" pitchFamily="34" charset="0"/>
              <a:buChar char="•"/>
            </a:pPr>
            <a:r>
              <a:rPr lang="en-GB" dirty="0"/>
              <a:t>Level 2: is around 50%.</a:t>
            </a:r>
          </a:p>
          <a:p>
            <a:pPr marL="628650" lvl="1" indent="-171450" rtl="0">
              <a:buFont typeface="Arial" panose="020B0604020202020204" pitchFamily="34" charset="0"/>
              <a:buChar char="•"/>
            </a:pPr>
            <a:r>
              <a:rPr lang="en-GB" dirty="0"/>
              <a:t>Level 3: is around 75%.</a:t>
            </a:r>
          </a:p>
        </p:txBody>
      </p:sp>
      <p:sp>
        <p:nvSpPr>
          <p:cNvPr id="4" name="Slide Number Placeholder 3"/>
          <p:cNvSpPr>
            <a:spLocks noGrp="1"/>
          </p:cNvSpPr>
          <p:nvPr>
            <p:ph type="sldNum" sz="quarter" idx="5"/>
          </p:nvPr>
        </p:nvSpPr>
        <p:spPr/>
        <p:txBody>
          <a:bodyPr rtlCol="0"/>
          <a:lstStyle/>
          <a:p>
            <a:pPr rtl="0"/>
            <a:fld id="{8530193B-564F-4854-8A52-728F3FB19C85}" type="slidenum">
              <a:rPr lang="en-GB" smtClean="0"/>
              <a:t>3</a:t>
            </a:fld>
            <a:endParaRPr lang="en-GB"/>
          </a:p>
        </p:txBody>
      </p:sp>
    </p:spTree>
    <p:extLst>
      <p:ext uri="{BB962C8B-B14F-4D97-AF65-F5344CB8AC3E}">
        <p14:creationId xmlns:p14="http://schemas.microsoft.com/office/powerpoint/2010/main" val="4137163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24180-EC8D-074B-2AE0-3CBB61513E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38053D-5471-B86A-FA1A-A4A61C5A1A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4F2BF3-A731-5D05-8A72-BECD97F41090}"/>
              </a:ext>
            </a:extLst>
          </p:cNvPr>
          <p:cNvSpPr>
            <a:spLocks noGrp="1"/>
          </p:cNvSpPr>
          <p:nvPr>
            <p:ph type="body" idx="1"/>
          </p:nvPr>
        </p:nvSpPr>
        <p:spPr/>
        <p:txBody>
          <a:bodyPr rtlCol="0"/>
          <a:lstStyle/>
          <a:p>
            <a:pPr marL="0" indent="0" rtl="0">
              <a:buFont typeface="Arial" panose="020B0604020202020204" pitchFamily="34" charset="0"/>
              <a:buNone/>
            </a:pPr>
            <a:r>
              <a:rPr lang="en-GB" dirty="0"/>
              <a:t>I am doing this projects for a few reason:</a:t>
            </a:r>
          </a:p>
          <a:p>
            <a:pPr marL="228600" indent="-228600" rtl="0">
              <a:buFont typeface="+mj-lt"/>
              <a:buAutoNum type="arabicPeriod"/>
            </a:pPr>
            <a:r>
              <a:rPr lang="en-GB" dirty="0"/>
              <a:t>I want to help people with visual impairment, even if it is just a little bit, by creating an assistive device which could help them localising important items in a home environment. This idea came from another idea I had of creating a system to help elder people, especially people with Alzheimer's, in developing a system which depend in a camera with an object detection model to help them localise object in their houses as well as make their family monitor them  remotely in case,  they  need help as the camera would has a microphone and speaks installed. I know this could be useful as I had a similar personal family scenario like I described. </a:t>
            </a:r>
          </a:p>
          <a:p>
            <a:pPr marL="228600" indent="-228600" rtl="0">
              <a:buFont typeface="+mj-lt"/>
              <a:buAutoNum type="arabicPeriod"/>
            </a:pPr>
            <a:r>
              <a:rPr lang="en-GB" dirty="0"/>
              <a:t>In this paper I worked on, I have learned a few things as: being able to create an object detection model with YOLO, worked with Python packages as Ultralytics and OpenCV, used Google </a:t>
            </a:r>
            <a:r>
              <a:rPr lang="en-GB" dirty="0" err="1"/>
              <a:t>Colab</a:t>
            </a:r>
            <a:r>
              <a:rPr lang="en-GB" dirty="0"/>
              <a:t> and </a:t>
            </a:r>
            <a:r>
              <a:rPr lang="en-GB" dirty="0" err="1"/>
              <a:t>Roboflow</a:t>
            </a:r>
            <a:r>
              <a:rPr lang="en-GB" dirty="0"/>
              <a:t> for my models’ training process and I feel like I improve in creating documentation, as I want to keep track of what I have done.</a:t>
            </a:r>
          </a:p>
          <a:p>
            <a:pPr marL="228600" indent="-228600" rtl="0">
              <a:buFont typeface="+mj-lt"/>
              <a:buAutoNum type="arabicPeriod"/>
            </a:pPr>
            <a:r>
              <a:rPr lang="en-GB" dirty="0"/>
              <a:t>This dissertation paper would be helpful for future projects as for example the development for a proper assistive device with object detection.</a:t>
            </a:r>
          </a:p>
          <a:p>
            <a:pPr marL="228600" indent="-228600" rtl="0">
              <a:buFont typeface="+mj-lt"/>
              <a:buAutoNum type="arabicPeriod"/>
            </a:pPr>
            <a:endParaRPr lang="en-GB" dirty="0"/>
          </a:p>
        </p:txBody>
      </p:sp>
      <p:sp>
        <p:nvSpPr>
          <p:cNvPr id="4" name="Slide Number Placeholder 3">
            <a:extLst>
              <a:ext uri="{FF2B5EF4-FFF2-40B4-BE49-F238E27FC236}">
                <a16:creationId xmlns:a16="http://schemas.microsoft.com/office/drawing/2014/main" id="{56E0723A-3DB6-2C9A-557C-B1CC134462D4}"/>
              </a:ext>
            </a:extLst>
          </p:cNvPr>
          <p:cNvSpPr>
            <a:spLocks noGrp="1"/>
          </p:cNvSpPr>
          <p:nvPr>
            <p:ph type="sldNum" sz="quarter" idx="5"/>
          </p:nvPr>
        </p:nvSpPr>
        <p:spPr/>
        <p:txBody>
          <a:bodyPr rtlCol="0"/>
          <a:lstStyle/>
          <a:p>
            <a:pPr rtl="0"/>
            <a:fld id="{8530193B-564F-4854-8A52-728F3FB19C85}" type="slidenum">
              <a:rPr lang="en-GB" smtClean="0"/>
              <a:t>4</a:t>
            </a:fld>
            <a:endParaRPr lang="en-GB"/>
          </a:p>
        </p:txBody>
      </p:sp>
    </p:spTree>
    <p:extLst>
      <p:ext uri="{BB962C8B-B14F-4D97-AF65-F5344CB8AC3E}">
        <p14:creationId xmlns:p14="http://schemas.microsoft.com/office/powerpoint/2010/main" val="1764362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2D79C-1BCA-D35C-A132-4AEA208189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1C3EEE-9744-ED46-549F-1A30CDA12E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DBA65B-7F66-383F-AAFF-FE974AC2CF25}"/>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A762F50D-A01E-FB16-94D5-C27DE3DED0E4}"/>
              </a:ext>
            </a:extLst>
          </p:cNvPr>
          <p:cNvSpPr>
            <a:spLocks noGrp="1"/>
          </p:cNvSpPr>
          <p:nvPr>
            <p:ph type="sldNum" sz="quarter" idx="5"/>
          </p:nvPr>
        </p:nvSpPr>
        <p:spPr/>
        <p:txBody>
          <a:bodyPr rtlCol="0"/>
          <a:lstStyle/>
          <a:p>
            <a:pPr rtl="0"/>
            <a:fld id="{8530193B-564F-4854-8A52-728F3FB19C85}" type="slidenum">
              <a:rPr lang="en-GB" smtClean="0"/>
              <a:t>5</a:t>
            </a:fld>
            <a:endParaRPr lang="en-GB"/>
          </a:p>
        </p:txBody>
      </p:sp>
    </p:spTree>
    <p:extLst>
      <p:ext uri="{BB962C8B-B14F-4D97-AF65-F5344CB8AC3E}">
        <p14:creationId xmlns:p14="http://schemas.microsoft.com/office/powerpoint/2010/main" val="3393723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44AF6-0268-453C-A6F9-CCE9D528FF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3310A8-6808-2199-E64F-F47DF8AF3C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81F77E-E566-18EE-FEBF-6C9F142DBBE3}"/>
              </a:ext>
            </a:extLst>
          </p:cNvPr>
          <p:cNvSpPr>
            <a:spLocks noGrp="1"/>
          </p:cNvSpPr>
          <p:nvPr>
            <p:ph type="body" idx="1"/>
          </p:nvPr>
        </p:nvSpPr>
        <p:spPr/>
        <p:txBody>
          <a:bodyPr rtlCol="0"/>
          <a:lstStyle/>
          <a:p>
            <a:pPr marL="171450" indent="-171450" rtl="0">
              <a:buFont typeface="Arial" panose="020B0604020202020204" pitchFamily="34" charset="0"/>
              <a:buChar char="•"/>
            </a:pPr>
            <a:r>
              <a:rPr lang="en-GB" dirty="0"/>
              <a:t>Object detection systems has been developed to empowering visually impaired people to be able to recognise and navigate their surroundings.</a:t>
            </a:r>
          </a:p>
          <a:p>
            <a:pPr marL="171450" indent="-171450" rtl="0">
              <a:buFont typeface="Arial" panose="020B0604020202020204" pitchFamily="34" charset="0"/>
              <a:buChar char="•"/>
            </a:pPr>
            <a:r>
              <a:rPr lang="en-GB" dirty="0"/>
              <a:t>YOLO models has been used widely in different system developments due to their speed and high accuracy in real-time object detection.</a:t>
            </a:r>
          </a:p>
          <a:p>
            <a:pPr marL="171450" indent="-171450" rtl="0">
              <a:buFont typeface="Arial" panose="020B0604020202020204" pitchFamily="34" charset="0"/>
              <a:buChar char="•"/>
            </a:pPr>
            <a:r>
              <a:rPr lang="en-GB" dirty="0"/>
              <a:t>However, there are still some challenges when development object detections systems like poor lighting conditions, occluded or small objects, and perspective distortion making detection harder.</a:t>
            </a:r>
          </a:p>
          <a:p>
            <a:pPr marL="171450" indent="-171450" rtl="0">
              <a:buFont typeface="Arial" panose="020B0604020202020204" pitchFamily="34" charset="0"/>
              <a:buChar char="•"/>
            </a:pPr>
            <a:r>
              <a:rPr lang="en-GB" dirty="0"/>
              <a:t>To address these challenges, researches uses techniques like:</a:t>
            </a:r>
          </a:p>
          <a:p>
            <a:pPr marL="628650" lvl="1" indent="-171450" rtl="0">
              <a:buFont typeface="Arial" panose="020B0604020202020204" pitchFamily="34" charset="0"/>
              <a:buChar char="•"/>
            </a:pPr>
            <a:r>
              <a:rPr lang="en-GB" dirty="0"/>
              <a:t>Multi-scale feature extraction:  a technique that allows a model to detect objects at multiple scales by combining features from different layers of the neural network.</a:t>
            </a:r>
          </a:p>
          <a:p>
            <a:pPr marL="628650" lvl="1" indent="-171450" rtl="0">
              <a:buFont typeface="Arial" panose="020B0604020202020204" pitchFamily="34" charset="0"/>
              <a:buChar char="•"/>
            </a:pPr>
            <a:r>
              <a:rPr lang="en-GB" dirty="0"/>
              <a:t>Attention mechanisms: a technique that helps the model to focus on the most relevant parts of an image.</a:t>
            </a:r>
          </a:p>
          <a:p>
            <a:pPr marL="628650" lvl="1" indent="-171450" rtl="0">
              <a:buFont typeface="Arial" panose="020B0604020202020204" pitchFamily="34" charset="0"/>
              <a:buChar char="•"/>
            </a:pPr>
            <a:r>
              <a:rPr lang="en-GB" dirty="0"/>
              <a:t>Domain adaptation: a method to help models which has been trained in one environment work well in real-life conditions like different lighting, clutter or different camera angles.</a:t>
            </a:r>
          </a:p>
          <a:p>
            <a:pPr marL="0" indent="0" rtl="0">
              <a:buFont typeface="Arial" panose="020B0604020202020204" pitchFamily="34" charset="0"/>
              <a:buNone/>
            </a:pPr>
            <a:endParaRPr lang="en-GB" dirty="0"/>
          </a:p>
        </p:txBody>
      </p:sp>
      <p:sp>
        <p:nvSpPr>
          <p:cNvPr id="4" name="Slide Number Placeholder 3">
            <a:extLst>
              <a:ext uri="{FF2B5EF4-FFF2-40B4-BE49-F238E27FC236}">
                <a16:creationId xmlns:a16="http://schemas.microsoft.com/office/drawing/2014/main" id="{DC95CCB9-0688-328E-F7DC-1F13A31A67C5}"/>
              </a:ext>
            </a:extLst>
          </p:cNvPr>
          <p:cNvSpPr>
            <a:spLocks noGrp="1"/>
          </p:cNvSpPr>
          <p:nvPr>
            <p:ph type="sldNum" sz="quarter" idx="5"/>
          </p:nvPr>
        </p:nvSpPr>
        <p:spPr/>
        <p:txBody>
          <a:bodyPr rtlCol="0"/>
          <a:lstStyle/>
          <a:p>
            <a:pPr rtl="0"/>
            <a:fld id="{8530193B-564F-4854-8A52-728F3FB19C85}" type="slidenum">
              <a:rPr lang="en-GB" smtClean="0"/>
              <a:t>6</a:t>
            </a:fld>
            <a:endParaRPr lang="en-GB"/>
          </a:p>
        </p:txBody>
      </p:sp>
    </p:spTree>
    <p:extLst>
      <p:ext uri="{BB962C8B-B14F-4D97-AF65-F5344CB8AC3E}">
        <p14:creationId xmlns:p14="http://schemas.microsoft.com/office/powerpoint/2010/main" val="500130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5C817-15F5-B737-5063-B32F0B204B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DA3205-024F-215A-C7ED-BF90CD90CE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ACD3BA-547E-1F57-CB5C-78FFD49D6452}"/>
              </a:ext>
            </a:extLst>
          </p:cNvPr>
          <p:cNvSpPr>
            <a:spLocks noGrp="1"/>
          </p:cNvSpPr>
          <p:nvPr>
            <p:ph type="body" idx="1"/>
          </p:nvPr>
        </p:nvSpPr>
        <p:spPr/>
        <p:txBody>
          <a:bodyPr rtlCol="0"/>
          <a:lstStyle/>
          <a:p>
            <a:pPr marL="171450" indent="-171450" rtl="0">
              <a:buFont typeface="Arial" panose="020B0604020202020204" pitchFamily="34" charset="0"/>
              <a:buChar char="•"/>
            </a:pPr>
            <a:r>
              <a:rPr lang="en-GB" dirty="0"/>
              <a:t>YOLOv8 is great for lightweight devices due to its speed in real-time localisation. However, YOLOv11, on the other hand, has better accuracy, especially for small or occluded objects in cluttered scenarios. The negative of using YOLOv11 is that it cost more computational power compared to YOLOv8.</a:t>
            </a:r>
          </a:p>
          <a:p>
            <a:pPr marL="171450" indent="-171450" rtl="0">
              <a:buFont typeface="Arial" panose="020B0604020202020204" pitchFamily="34" charset="0"/>
              <a:buChar char="•"/>
            </a:pPr>
            <a:r>
              <a:rPr lang="en-GB" dirty="0"/>
              <a:t>The are other existing systems, like wearable devices or mobile setups, showing promise, but they often struggle under cluttered scenes or require high-end devices to function properly.</a:t>
            </a:r>
          </a:p>
          <a:p>
            <a:pPr marL="171450" indent="-171450" rtl="0">
              <a:buFont typeface="Arial" panose="020B0604020202020204" pitchFamily="34" charset="0"/>
              <a:buChar char="•"/>
            </a:pPr>
            <a:r>
              <a:rPr lang="en-GB" dirty="0"/>
              <a:t>There is a gap in evaluating newer YOLO models, specially under certain levels of clutter. That is where my paper comes in. My system addresses this by performing a direct comparison under a controlled clutter levels using a custom dataset aim to real-world assistive use cases.</a:t>
            </a:r>
          </a:p>
          <a:p>
            <a:pPr marL="171450" indent="-171450" rtl="0">
              <a:buFont typeface="Arial" panose="020B0604020202020204" pitchFamily="34" charset="0"/>
              <a:buChar char="•"/>
            </a:pPr>
            <a:endParaRPr lang="en-GB" dirty="0"/>
          </a:p>
          <a:p>
            <a:pPr marL="171450" indent="-171450" rtl="0">
              <a:buFont typeface="Arial" panose="020B0604020202020204" pitchFamily="34" charset="0"/>
              <a:buChar char="•"/>
            </a:pPr>
            <a:r>
              <a:rPr lang="en-GB" dirty="0"/>
              <a:t>A strong dataset is important for the training phase of the YOLO models, past research shows diverse, well-annotated data improves detection under real-world conditions.</a:t>
            </a:r>
          </a:p>
          <a:p>
            <a:pPr marL="171450" indent="-171450" rtl="0">
              <a:buFont typeface="Arial" panose="020B0604020202020204" pitchFamily="34" charset="0"/>
              <a:buChar char="•"/>
            </a:pPr>
            <a:r>
              <a:rPr lang="en-GB" dirty="0"/>
              <a:t>Methods as preprocessing and data augmentation improve model robustness. In my project, I used Roboflow for those methods. </a:t>
            </a:r>
          </a:p>
          <a:p>
            <a:pPr marL="171450" indent="-171450" rtl="0">
              <a:buFont typeface="Arial" panose="020B0604020202020204" pitchFamily="34" charset="0"/>
              <a:buChar char="•"/>
            </a:pPr>
            <a:r>
              <a:rPr lang="en-GB" dirty="0"/>
              <a:t>There are other alternatives systems like using Bluetooth and RFID-based tracking systems to localise objects, however they have scalability issues, making vision-based detection systems more practical in the long run.</a:t>
            </a:r>
          </a:p>
          <a:p>
            <a:pPr marL="0" indent="0" rtl="0">
              <a:buFont typeface="Arial" panose="020B0604020202020204" pitchFamily="34" charset="0"/>
              <a:buNone/>
            </a:pPr>
            <a:endParaRPr lang="en-GB" dirty="0"/>
          </a:p>
        </p:txBody>
      </p:sp>
      <p:sp>
        <p:nvSpPr>
          <p:cNvPr id="4" name="Slide Number Placeholder 3">
            <a:extLst>
              <a:ext uri="{FF2B5EF4-FFF2-40B4-BE49-F238E27FC236}">
                <a16:creationId xmlns:a16="http://schemas.microsoft.com/office/drawing/2014/main" id="{4CF74B9F-7B03-F30F-A1EA-CEF1AA7DDEB5}"/>
              </a:ext>
            </a:extLst>
          </p:cNvPr>
          <p:cNvSpPr>
            <a:spLocks noGrp="1"/>
          </p:cNvSpPr>
          <p:nvPr>
            <p:ph type="sldNum" sz="quarter" idx="5"/>
          </p:nvPr>
        </p:nvSpPr>
        <p:spPr/>
        <p:txBody>
          <a:bodyPr rtlCol="0"/>
          <a:lstStyle/>
          <a:p>
            <a:pPr rtl="0"/>
            <a:fld id="{8530193B-564F-4854-8A52-728F3FB19C85}" type="slidenum">
              <a:rPr lang="en-GB" smtClean="0"/>
              <a:t>7</a:t>
            </a:fld>
            <a:endParaRPr lang="en-GB"/>
          </a:p>
        </p:txBody>
      </p:sp>
    </p:spTree>
    <p:extLst>
      <p:ext uri="{BB962C8B-B14F-4D97-AF65-F5344CB8AC3E}">
        <p14:creationId xmlns:p14="http://schemas.microsoft.com/office/powerpoint/2010/main" val="1913817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A27D2-247E-06FF-45E8-0B58900048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866AB5-6110-4F83-48B9-DA339A6098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864014-4DCE-4267-CF31-73D35B1F33AF}"/>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8527591B-A8B6-DE4D-C048-DD794290264F}"/>
              </a:ext>
            </a:extLst>
          </p:cNvPr>
          <p:cNvSpPr>
            <a:spLocks noGrp="1"/>
          </p:cNvSpPr>
          <p:nvPr>
            <p:ph type="sldNum" sz="quarter" idx="5"/>
          </p:nvPr>
        </p:nvSpPr>
        <p:spPr/>
        <p:txBody>
          <a:bodyPr rtlCol="0"/>
          <a:lstStyle/>
          <a:p>
            <a:pPr rtl="0"/>
            <a:fld id="{8530193B-564F-4854-8A52-728F3FB19C85}" type="slidenum">
              <a:rPr lang="en-GB" smtClean="0"/>
              <a:t>8</a:t>
            </a:fld>
            <a:endParaRPr lang="en-GB"/>
          </a:p>
        </p:txBody>
      </p:sp>
    </p:spTree>
    <p:extLst>
      <p:ext uri="{BB962C8B-B14F-4D97-AF65-F5344CB8AC3E}">
        <p14:creationId xmlns:p14="http://schemas.microsoft.com/office/powerpoint/2010/main" val="1223539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751CF-0952-098B-90C5-C9F1913498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8959AA-C56C-B2B3-552E-41D9086586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EC3354-CC77-F355-999D-AF6215DBC2A8}"/>
              </a:ext>
            </a:extLst>
          </p:cNvPr>
          <p:cNvSpPr>
            <a:spLocks noGrp="1"/>
          </p:cNvSpPr>
          <p:nvPr>
            <p:ph type="body" idx="1"/>
          </p:nvPr>
        </p:nvSpPr>
        <p:spPr/>
        <p:txBody>
          <a:bodyPr rtlCol="0"/>
          <a:lstStyle/>
          <a:p>
            <a:pPr marL="0" indent="0" rtl="0">
              <a:buFont typeface="Arial" panose="020B0604020202020204" pitchFamily="34" charset="0"/>
              <a:buNone/>
            </a:pPr>
            <a:r>
              <a:rPr lang="en-GB" dirty="0"/>
              <a:t>To create my dataset, I manage a set up with a shelf and different items to used them as clutter, and I used a medicine box which would be the item to be localised by both YOLO models.</a:t>
            </a:r>
          </a:p>
          <a:p>
            <a:pPr marL="0" indent="0" rtl="0">
              <a:buFont typeface="Arial" panose="020B0604020202020204" pitchFamily="34" charset="0"/>
              <a:buNone/>
            </a:pPr>
            <a:r>
              <a:rPr lang="en-GB" dirty="0"/>
              <a:t>I use my phone camera to take pictures, for this I used OBS Studio with </a:t>
            </a:r>
            <a:r>
              <a:rPr lang="en-GB" dirty="0" err="1"/>
              <a:t>DroidCam</a:t>
            </a:r>
            <a:r>
              <a:rPr lang="en-GB" dirty="0"/>
              <a:t> OBS which is a software to be able to use my phone camera as a webcam and be able take pictures and save it in my computer.</a:t>
            </a:r>
          </a:p>
          <a:p>
            <a:pPr marL="0" indent="0" rtl="0">
              <a:buFont typeface="Arial" panose="020B0604020202020204" pitchFamily="34" charset="0"/>
              <a:buNone/>
            </a:pPr>
            <a:r>
              <a:rPr lang="en-GB" dirty="0"/>
              <a:t>After collected all the images, which were 626 photos, I used </a:t>
            </a:r>
            <a:r>
              <a:rPr lang="en-GB" dirty="0" err="1"/>
              <a:t>labelme</a:t>
            </a:r>
            <a:r>
              <a:rPr lang="en-GB" dirty="0"/>
              <a:t> to draw and label the medicine box from all the images I took.</a:t>
            </a:r>
          </a:p>
          <a:p>
            <a:pPr marL="0" indent="0" rtl="0">
              <a:buFont typeface="Arial" panose="020B0604020202020204" pitchFamily="34" charset="0"/>
              <a:buNone/>
            </a:pPr>
            <a:r>
              <a:rPr lang="en-GB" dirty="0"/>
              <a:t>Then, I used labelme2yolo to convert the output data into a data that YOLO models could read.</a:t>
            </a:r>
          </a:p>
          <a:p>
            <a:pPr marL="0" indent="0" rtl="0">
              <a:buFont typeface="Arial" panose="020B0604020202020204" pitchFamily="34" charset="0"/>
              <a:buNone/>
            </a:pPr>
            <a:r>
              <a:rPr lang="en-GB" dirty="0"/>
              <a:t>After creating my dataset, I went to Roboflow to preprocess my dataset and do data augmentation to have a more robust dataset. I ended up with 1498 images in my final dataset.</a:t>
            </a:r>
          </a:p>
          <a:p>
            <a:pPr marL="0" indent="0" rtl="0">
              <a:buFont typeface="Arial" panose="020B0604020202020204" pitchFamily="34" charset="0"/>
              <a:buNone/>
            </a:pPr>
            <a:r>
              <a:rPr lang="en-GB" dirty="0"/>
              <a:t>I used a A100 GPU in Google </a:t>
            </a:r>
            <a:r>
              <a:rPr lang="en-GB" dirty="0" err="1"/>
              <a:t>Colab</a:t>
            </a:r>
            <a:r>
              <a:rPr lang="en-GB" dirty="0"/>
              <a:t> to speed my training process in both models.</a:t>
            </a:r>
          </a:p>
        </p:txBody>
      </p:sp>
      <p:sp>
        <p:nvSpPr>
          <p:cNvPr id="4" name="Slide Number Placeholder 3">
            <a:extLst>
              <a:ext uri="{FF2B5EF4-FFF2-40B4-BE49-F238E27FC236}">
                <a16:creationId xmlns:a16="http://schemas.microsoft.com/office/drawing/2014/main" id="{F156AAC3-9D2F-ECBA-ACF3-0C34AA207935}"/>
              </a:ext>
            </a:extLst>
          </p:cNvPr>
          <p:cNvSpPr>
            <a:spLocks noGrp="1"/>
          </p:cNvSpPr>
          <p:nvPr>
            <p:ph type="sldNum" sz="quarter" idx="5"/>
          </p:nvPr>
        </p:nvSpPr>
        <p:spPr/>
        <p:txBody>
          <a:bodyPr rtlCol="0"/>
          <a:lstStyle/>
          <a:p>
            <a:pPr rtl="0"/>
            <a:fld id="{8530193B-564F-4854-8A52-728F3FB19C85}" type="slidenum">
              <a:rPr lang="en-GB" smtClean="0"/>
              <a:t>9</a:t>
            </a:fld>
            <a:endParaRPr lang="en-GB"/>
          </a:p>
        </p:txBody>
      </p:sp>
    </p:spTree>
    <p:extLst>
      <p:ext uri="{BB962C8B-B14F-4D97-AF65-F5344CB8AC3E}">
        <p14:creationId xmlns:p14="http://schemas.microsoft.com/office/powerpoint/2010/main" val="2608475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5695A-8DD8-076B-8A9D-55C44C227C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76543A-E50A-FA00-DA52-70135096FA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5FA3B5-95AC-FB00-2868-19297DFB5C07}"/>
              </a:ext>
            </a:extLst>
          </p:cNvPr>
          <p:cNvSpPr>
            <a:spLocks noGrp="1"/>
          </p:cNvSpPr>
          <p:nvPr>
            <p:ph type="body" idx="1"/>
          </p:nvPr>
        </p:nvSpPr>
        <p:spPr/>
        <p:txBody>
          <a:bodyPr rtlCol="0"/>
          <a:lstStyle/>
          <a:p>
            <a:pPr marL="0" indent="0" rtl="0">
              <a:buFont typeface="Arial" panose="020B0604020202020204" pitchFamily="34" charset="0"/>
              <a:buNone/>
            </a:pPr>
            <a:r>
              <a:rPr lang="en-GB" dirty="0"/>
              <a:t>To calculate the number of clutter in the shelf, I took reference images with different levels of clutter I set up.</a:t>
            </a:r>
          </a:p>
          <a:p>
            <a:pPr marL="0" indent="0" rtl="0">
              <a:buFont typeface="Arial" panose="020B0604020202020204" pitchFamily="34" charset="0"/>
              <a:buNone/>
            </a:pPr>
            <a:r>
              <a:rPr lang="en-GB" dirty="0"/>
              <a:t>I used GIMP which is a free software like Adobe Photoshop to isolate the clutter with a mask, then I paint the isolated clutter with a white colour.</a:t>
            </a:r>
          </a:p>
          <a:p>
            <a:pPr marL="0" indent="0" rtl="0">
              <a:buFont typeface="Arial" panose="020B0604020202020204" pitchFamily="34" charset="0"/>
              <a:buNone/>
            </a:pPr>
            <a:r>
              <a:rPr lang="en-GB" dirty="0"/>
              <a:t>Then the background I painted it with black. </a:t>
            </a:r>
          </a:p>
          <a:p>
            <a:pPr marL="0" indent="0" rtl="0">
              <a:buFont typeface="Arial" panose="020B0604020202020204" pitchFamily="34" charset="0"/>
              <a:buNone/>
            </a:pPr>
            <a:r>
              <a:rPr lang="en-GB" dirty="0"/>
              <a:t>After getting my images with the mask, I used a Python script to detect the amount of pixel in white and black, then get the percentage of how much white pixels they are in the image.</a:t>
            </a:r>
          </a:p>
          <a:p>
            <a:pPr marL="0" indent="0" rtl="0">
              <a:buFont typeface="Arial" panose="020B0604020202020204" pitchFamily="34" charset="0"/>
              <a:buNone/>
            </a:pPr>
            <a:r>
              <a:rPr lang="en-GB" dirty="0"/>
              <a:t>Then, this script would give me the percentage of how much clutter there is in the image based in pixels.</a:t>
            </a:r>
          </a:p>
        </p:txBody>
      </p:sp>
      <p:sp>
        <p:nvSpPr>
          <p:cNvPr id="4" name="Slide Number Placeholder 3">
            <a:extLst>
              <a:ext uri="{FF2B5EF4-FFF2-40B4-BE49-F238E27FC236}">
                <a16:creationId xmlns:a16="http://schemas.microsoft.com/office/drawing/2014/main" id="{846C7189-D319-6331-5DE7-EE83B96386C6}"/>
              </a:ext>
            </a:extLst>
          </p:cNvPr>
          <p:cNvSpPr>
            <a:spLocks noGrp="1"/>
          </p:cNvSpPr>
          <p:nvPr>
            <p:ph type="sldNum" sz="quarter" idx="5"/>
          </p:nvPr>
        </p:nvSpPr>
        <p:spPr/>
        <p:txBody>
          <a:bodyPr rtlCol="0"/>
          <a:lstStyle/>
          <a:p>
            <a:pPr rtl="0"/>
            <a:fld id="{8530193B-564F-4854-8A52-728F3FB19C85}" type="slidenum">
              <a:rPr lang="en-GB" smtClean="0"/>
              <a:t>10</a:t>
            </a:fld>
            <a:endParaRPr lang="en-GB"/>
          </a:p>
        </p:txBody>
      </p:sp>
    </p:spTree>
    <p:extLst>
      <p:ext uri="{BB962C8B-B14F-4D97-AF65-F5344CB8AC3E}">
        <p14:creationId xmlns:p14="http://schemas.microsoft.com/office/powerpoint/2010/main" val="42150967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2F81F-F2FB-C67E-3148-88755D0F60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6056AD-F8D5-8DC2-7E78-E1D047CB28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C9445C-ED21-A089-B7F7-FF4AC558CCBC}"/>
              </a:ext>
            </a:extLst>
          </p:cNvPr>
          <p:cNvSpPr>
            <a:spLocks noGrp="1"/>
          </p:cNvSpPr>
          <p:nvPr>
            <p:ph type="body" idx="1"/>
          </p:nvPr>
        </p:nvSpPr>
        <p:spPr/>
        <p:txBody>
          <a:bodyPr rtlCol="0"/>
          <a:lstStyle/>
          <a:p>
            <a:pPr marL="0" indent="0" rtl="0">
              <a:buFont typeface="Arial" panose="020B0604020202020204" pitchFamily="34" charset="0"/>
              <a:buNone/>
            </a:pPr>
            <a:endParaRPr lang="en-GB" dirty="0"/>
          </a:p>
        </p:txBody>
      </p:sp>
      <p:sp>
        <p:nvSpPr>
          <p:cNvPr id="4" name="Slide Number Placeholder 3">
            <a:extLst>
              <a:ext uri="{FF2B5EF4-FFF2-40B4-BE49-F238E27FC236}">
                <a16:creationId xmlns:a16="http://schemas.microsoft.com/office/drawing/2014/main" id="{93462260-A769-F79E-761D-F89A972E26E1}"/>
              </a:ext>
            </a:extLst>
          </p:cNvPr>
          <p:cNvSpPr>
            <a:spLocks noGrp="1"/>
          </p:cNvSpPr>
          <p:nvPr>
            <p:ph type="sldNum" sz="quarter" idx="5"/>
          </p:nvPr>
        </p:nvSpPr>
        <p:spPr/>
        <p:txBody>
          <a:bodyPr rtlCol="0"/>
          <a:lstStyle/>
          <a:p>
            <a:pPr rtl="0"/>
            <a:fld id="{8530193B-564F-4854-8A52-728F3FB19C85}" type="slidenum">
              <a:rPr lang="en-GB" smtClean="0"/>
              <a:t>11</a:t>
            </a:fld>
            <a:endParaRPr lang="en-GB"/>
          </a:p>
        </p:txBody>
      </p:sp>
    </p:spTree>
    <p:extLst>
      <p:ext uri="{BB962C8B-B14F-4D97-AF65-F5344CB8AC3E}">
        <p14:creationId xmlns:p14="http://schemas.microsoft.com/office/powerpoint/2010/main" val="38850750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7F7BB-8DC8-1B6C-37A1-C6DF0345F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FB7A4E-9634-C5C0-ED20-3211D5CBDC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52F14-81B0-B00E-6427-7B272040D046}"/>
              </a:ext>
            </a:extLst>
          </p:cNvPr>
          <p:cNvSpPr>
            <a:spLocks noGrp="1"/>
          </p:cNvSpPr>
          <p:nvPr>
            <p:ph type="body" idx="1"/>
          </p:nvPr>
        </p:nvSpPr>
        <p:spPr/>
        <p:txBody>
          <a:bodyPr rtlCol="0"/>
          <a:lstStyle/>
          <a:p>
            <a:pPr marL="0" indent="0" rtl="0">
              <a:buFont typeface="Arial" panose="020B0604020202020204" pitchFamily="34" charset="0"/>
              <a:buNone/>
            </a:pPr>
            <a:r>
              <a:rPr lang="en-GB" dirty="0"/>
              <a:t>I have performed a test in both YOLOv8 and YOLOv11 to see differences in on how they detect a medicine in a shelf in 4 levels of clutter. Which starts with no clutter until level 3 with around 75% of clutter.</a:t>
            </a:r>
          </a:p>
          <a:p>
            <a:pPr marL="0" indent="0" rtl="0">
              <a:buFont typeface="Arial" panose="020B0604020202020204" pitchFamily="34" charset="0"/>
              <a:buNone/>
            </a:pPr>
            <a:r>
              <a:rPr lang="en-GB" dirty="0"/>
              <a:t>I set up my shelf 4 times for each level of clutter and then took 25 pictures in each level with my medicine box placed in different position each time, having at the end a total on 100 images. Then, I used </a:t>
            </a:r>
            <a:r>
              <a:rPr lang="en-GB" dirty="0" err="1"/>
              <a:t>lebelme</a:t>
            </a:r>
            <a:r>
              <a:rPr lang="en-GB" dirty="0"/>
              <a:t> again to label and draw boxes in each image where my object was to have a dataset as ground truth, I had to use labelme2yolo again to transform the output from </a:t>
            </a:r>
            <a:r>
              <a:rPr lang="en-GB" dirty="0" err="1"/>
              <a:t>labelme</a:t>
            </a:r>
            <a:r>
              <a:rPr lang="en-GB" dirty="0"/>
              <a:t> to a YOLO format so the models can read that data.</a:t>
            </a:r>
          </a:p>
          <a:p>
            <a:pPr marL="0" indent="0" rtl="0">
              <a:buFont typeface="Arial" panose="020B0604020202020204" pitchFamily="34" charset="0"/>
              <a:buNone/>
            </a:pPr>
            <a:r>
              <a:rPr lang="en-GB" dirty="0"/>
              <a:t>I have a python script to perform my test which takes both models and make them run in all 100 test images, then compare the result with the ground truth to see how many true detection they’ve got.</a:t>
            </a:r>
          </a:p>
          <a:p>
            <a:pPr marL="0" indent="0" rtl="0">
              <a:buFont typeface="Arial" panose="020B0604020202020204" pitchFamily="34" charset="0"/>
              <a:buNone/>
            </a:pPr>
            <a:r>
              <a:rPr lang="en-GB" dirty="0"/>
              <a:t>After the program finishes, it creates a folder for each output from each model and a csv file with the results. The csv file is organised showing the result of each image from each model showing in each row the name of the model, clutter level, the image name file, number of detections, average confidence, true positives, false positives, false negatives, precision, recalls, F1 score and the average intersection over union.</a:t>
            </a:r>
          </a:p>
          <a:p>
            <a:pPr marL="0" indent="0" rtl="0">
              <a:buFont typeface="Arial" panose="020B0604020202020204" pitchFamily="34" charset="0"/>
              <a:buNone/>
            </a:pPr>
            <a:endParaRPr lang="en-GB" dirty="0"/>
          </a:p>
        </p:txBody>
      </p:sp>
      <p:sp>
        <p:nvSpPr>
          <p:cNvPr id="4" name="Slide Number Placeholder 3">
            <a:extLst>
              <a:ext uri="{FF2B5EF4-FFF2-40B4-BE49-F238E27FC236}">
                <a16:creationId xmlns:a16="http://schemas.microsoft.com/office/drawing/2014/main" id="{9898151F-907E-76C2-2464-F72D8C48007E}"/>
              </a:ext>
            </a:extLst>
          </p:cNvPr>
          <p:cNvSpPr>
            <a:spLocks noGrp="1"/>
          </p:cNvSpPr>
          <p:nvPr>
            <p:ph type="sldNum" sz="quarter" idx="5"/>
          </p:nvPr>
        </p:nvSpPr>
        <p:spPr/>
        <p:txBody>
          <a:bodyPr rtlCol="0"/>
          <a:lstStyle/>
          <a:p>
            <a:pPr rtl="0"/>
            <a:fld id="{8530193B-564F-4854-8A52-728F3FB19C85}" type="slidenum">
              <a:rPr lang="en-GB" smtClean="0"/>
              <a:t>12</a:t>
            </a:fld>
            <a:endParaRPr lang="en-GB"/>
          </a:p>
        </p:txBody>
      </p:sp>
    </p:spTree>
    <p:extLst>
      <p:ext uri="{BB962C8B-B14F-4D97-AF65-F5344CB8AC3E}">
        <p14:creationId xmlns:p14="http://schemas.microsoft.com/office/powerpoint/2010/main" val="3422033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39C0A-40DC-4335-D307-557D76B48F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30BE3-C533-8F80-1D18-876D3F6065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C4A8F9-CDE0-0BB6-BFB3-C0C7B04259A0}"/>
              </a:ext>
            </a:extLst>
          </p:cNvPr>
          <p:cNvSpPr>
            <a:spLocks noGrp="1"/>
          </p:cNvSpPr>
          <p:nvPr>
            <p:ph type="body" idx="1"/>
          </p:nvPr>
        </p:nvSpPr>
        <p:spPr/>
        <p:txBody>
          <a:bodyPr rtlCol="0"/>
          <a:lstStyle/>
          <a:p>
            <a:pPr marL="0" indent="0" rtl="0">
              <a:buFont typeface="Arial" panose="020B0604020202020204" pitchFamily="34" charset="0"/>
              <a:buNone/>
            </a:pPr>
            <a:r>
              <a:rPr lang="en-GB" dirty="0"/>
              <a:t>For my statistical comparison I use the Kruskal-Wallis test to see if there is a significant difference in different levels of clutter focusing in F1 score for both YOLOv8 and YOLOv11. We can see that the p value in each model is below 0.05 which means that there is a significant difference. Then the post hoc analysis using </a:t>
            </a:r>
            <a:r>
              <a:rPr lang="en-GB" dirty="0" err="1"/>
              <a:t>tukey</a:t>
            </a:r>
            <a:r>
              <a:rPr lang="en-GB" dirty="0"/>
              <a:t> </a:t>
            </a:r>
            <a:r>
              <a:rPr lang="en-GB" dirty="0" err="1"/>
              <a:t>hsd</a:t>
            </a:r>
            <a:r>
              <a:rPr lang="en-GB" dirty="0"/>
              <a:t> revealed that YOLOv8 performance deteriorate with each incrementation in clutter level. In YOLOv11, the performance deteriorate as well as there are more clutter, but we can see there is a big difference in level 3 where YOLOv11 beats YOLOv8 clearly. This results shows that YOLOv11 performs better than YOLOv8 when there is a high level of clutter. This could mean that YOLOv11 could be a nice candidate for real-world applications in cluttered environments. However, further research is needed. </a:t>
            </a:r>
          </a:p>
        </p:txBody>
      </p:sp>
      <p:sp>
        <p:nvSpPr>
          <p:cNvPr id="4" name="Slide Number Placeholder 3">
            <a:extLst>
              <a:ext uri="{FF2B5EF4-FFF2-40B4-BE49-F238E27FC236}">
                <a16:creationId xmlns:a16="http://schemas.microsoft.com/office/drawing/2014/main" id="{0408B4CD-79B7-E6F9-7FC5-7D837FAF6703}"/>
              </a:ext>
            </a:extLst>
          </p:cNvPr>
          <p:cNvSpPr>
            <a:spLocks noGrp="1"/>
          </p:cNvSpPr>
          <p:nvPr>
            <p:ph type="sldNum" sz="quarter" idx="5"/>
          </p:nvPr>
        </p:nvSpPr>
        <p:spPr/>
        <p:txBody>
          <a:bodyPr rtlCol="0"/>
          <a:lstStyle/>
          <a:p>
            <a:pPr rtl="0"/>
            <a:fld id="{8530193B-564F-4854-8A52-728F3FB19C85}" type="slidenum">
              <a:rPr lang="en-GB" smtClean="0"/>
              <a:t>13</a:t>
            </a:fld>
            <a:endParaRPr lang="en-GB"/>
          </a:p>
        </p:txBody>
      </p:sp>
    </p:spTree>
    <p:extLst>
      <p:ext uri="{BB962C8B-B14F-4D97-AF65-F5344CB8AC3E}">
        <p14:creationId xmlns:p14="http://schemas.microsoft.com/office/powerpoint/2010/main" val="3486126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93BA7-4DDF-C2F3-7FE7-FC90A0E5A9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537DD-7D79-1159-B930-8C8353A54B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B03C2E-A66D-07B6-7D43-71212334EF1B}"/>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E9FD2A30-4765-12AB-D169-D6127B079025}"/>
              </a:ext>
            </a:extLst>
          </p:cNvPr>
          <p:cNvSpPr>
            <a:spLocks noGrp="1"/>
          </p:cNvSpPr>
          <p:nvPr>
            <p:ph type="sldNum" sz="quarter" idx="5"/>
          </p:nvPr>
        </p:nvSpPr>
        <p:spPr/>
        <p:txBody>
          <a:bodyPr rtlCol="0"/>
          <a:lstStyle/>
          <a:p>
            <a:pPr rtl="0"/>
            <a:fld id="{8530193B-564F-4854-8A52-728F3FB19C85}" type="slidenum">
              <a:rPr lang="en-GB" smtClean="0"/>
              <a:t>14</a:t>
            </a:fld>
            <a:endParaRPr lang="en-GB"/>
          </a:p>
        </p:txBody>
      </p:sp>
    </p:spTree>
    <p:extLst>
      <p:ext uri="{BB962C8B-B14F-4D97-AF65-F5344CB8AC3E}">
        <p14:creationId xmlns:p14="http://schemas.microsoft.com/office/powerpoint/2010/main" val="24229457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8EBD9-847C-791E-6B13-DCFAE51954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3A414A-03CA-DC89-338A-F9DD05531C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4838C8-4078-0847-CB87-4E9ADFA8F98B}"/>
              </a:ext>
            </a:extLst>
          </p:cNvPr>
          <p:cNvSpPr>
            <a:spLocks noGrp="1"/>
          </p:cNvSpPr>
          <p:nvPr>
            <p:ph type="body" idx="1"/>
          </p:nvPr>
        </p:nvSpPr>
        <p:spPr/>
        <p:txBody>
          <a:bodyPr rtlCol="0"/>
          <a:lstStyle/>
          <a:p>
            <a:pPr marL="0" indent="0" rtl="0">
              <a:buFont typeface="Arial" panose="020B0604020202020204" pitchFamily="34" charset="0"/>
              <a:buNone/>
            </a:pPr>
            <a:r>
              <a:rPr lang="en-GB" dirty="0"/>
              <a:t>The goal of my research was to compare YOLOv8 and YOLOv11 in detecting a medicine box in a shelf under different levels of clutter.</a:t>
            </a:r>
          </a:p>
          <a:p>
            <a:pPr marL="0" indent="0" rtl="0">
              <a:buFont typeface="Arial" panose="020B0604020202020204" pitchFamily="34" charset="0"/>
              <a:buNone/>
            </a:pPr>
            <a:r>
              <a:rPr lang="en-GB" dirty="0"/>
              <a:t>To approach this challenge, I created a dataset by taking multiples pictures of a medicine box in a shelf with clutter. After data augmentation in Roboflow, I trained both YOLO models with the same dataset to keep consistency. After that, I set up different levels of clutter in a shelf and taking multiples pictures with the medicine box in different positions for each level of clutter, then with the test dataset I created, perform a test. With the results, I analysed the data to see if there is a significant difference between both YOLO models.</a:t>
            </a:r>
          </a:p>
          <a:p>
            <a:pPr marL="0" indent="0" rtl="0">
              <a:buFont typeface="Arial" panose="020B0604020202020204" pitchFamily="34" charset="0"/>
              <a:buNone/>
            </a:pPr>
            <a:r>
              <a:rPr lang="en-GB" dirty="0"/>
              <a:t>This research is important as this could help in a future development of an assistive system for visually impaired users.</a:t>
            </a:r>
          </a:p>
        </p:txBody>
      </p:sp>
      <p:sp>
        <p:nvSpPr>
          <p:cNvPr id="4" name="Slide Number Placeholder 3">
            <a:extLst>
              <a:ext uri="{FF2B5EF4-FFF2-40B4-BE49-F238E27FC236}">
                <a16:creationId xmlns:a16="http://schemas.microsoft.com/office/drawing/2014/main" id="{B9D2AFF1-1C25-6F5F-D3F2-0FD7C0AAD518}"/>
              </a:ext>
            </a:extLst>
          </p:cNvPr>
          <p:cNvSpPr>
            <a:spLocks noGrp="1"/>
          </p:cNvSpPr>
          <p:nvPr>
            <p:ph type="sldNum" sz="quarter" idx="5"/>
          </p:nvPr>
        </p:nvSpPr>
        <p:spPr/>
        <p:txBody>
          <a:bodyPr rtlCol="0"/>
          <a:lstStyle/>
          <a:p>
            <a:pPr rtl="0"/>
            <a:fld id="{8530193B-564F-4854-8A52-728F3FB19C85}" type="slidenum">
              <a:rPr lang="en-GB" smtClean="0"/>
              <a:t>15</a:t>
            </a:fld>
            <a:endParaRPr lang="en-GB"/>
          </a:p>
        </p:txBody>
      </p:sp>
    </p:spTree>
    <p:extLst>
      <p:ext uri="{BB962C8B-B14F-4D97-AF65-F5344CB8AC3E}">
        <p14:creationId xmlns:p14="http://schemas.microsoft.com/office/powerpoint/2010/main" val="20612208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96A98-E3BB-D435-AA08-D0370B0D10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EEE104-5AB8-CD52-03DD-B9E96E0665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9F5954-09AA-CFAA-52BC-A4CDB5882A50}"/>
              </a:ext>
            </a:extLst>
          </p:cNvPr>
          <p:cNvSpPr>
            <a:spLocks noGrp="1"/>
          </p:cNvSpPr>
          <p:nvPr>
            <p:ph type="body" idx="1"/>
          </p:nvPr>
        </p:nvSpPr>
        <p:spPr/>
        <p:txBody>
          <a:bodyPr rtlCol="0"/>
          <a:lstStyle/>
          <a:p>
            <a:pPr marL="0" indent="0" rtl="0">
              <a:buFont typeface="Arial" panose="020B0604020202020204" pitchFamily="34" charset="0"/>
              <a:buNone/>
            </a:pPr>
            <a:r>
              <a:rPr lang="en-GB" dirty="0"/>
              <a:t>My research question is: “</a:t>
            </a:r>
            <a:r>
              <a:rPr lang="en-GB" sz="1200" i="1" dirty="0"/>
              <a:t>How does the level of clutter affect the object detection performance of YOLOv8 model compared to YOLOv11 model when locating a medicine box on a shelf?”</a:t>
            </a:r>
          </a:p>
          <a:p>
            <a:pPr marL="0" indent="0" rtl="0">
              <a:buFont typeface="Arial" panose="020B0604020202020204" pitchFamily="34" charset="0"/>
              <a:buNone/>
            </a:pPr>
            <a:r>
              <a:rPr lang="en-GB" sz="1200" i="0" dirty="0"/>
              <a:t>My null hypothesis is that there is not a statically significant difference in the object detection performance between YOLOv8 and YOLOv11 across different levels of clutter.</a:t>
            </a:r>
          </a:p>
          <a:p>
            <a:pPr marL="0" indent="0" rtl="0">
              <a:buFont typeface="Arial" panose="020B0604020202020204" pitchFamily="34" charset="0"/>
              <a:buNone/>
            </a:pPr>
            <a:r>
              <a:rPr lang="en-GB" sz="1200" i="0" dirty="0"/>
              <a:t>My alternative hypothesis is that there is a statically significant difference between both models across different levels of clutter.]</a:t>
            </a:r>
          </a:p>
          <a:p>
            <a:pPr marL="0" indent="0" rtl="0">
              <a:buFont typeface="Arial" panose="020B0604020202020204" pitchFamily="34" charset="0"/>
              <a:buNone/>
            </a:pPr>
            <a:r>
              <a:rPr lang="en-GB" sz="1200" i="0" dirty="0"/>
              <a:t>The test I performed is based in 100 images, 25 images per level of clutter, which both YOLO models undertake. The metrics that I was looking for to check are the precision, recall, F1 score and Intersection over Union.</a:t>
            </a:r>
          </a:p>
        </p:txBody>
      </p:sp>
      <p:sp>
        <p:nvSpPr>
          <p:cNvPr id="4" name="Slide Number Placeholder 3">
            <a:extLst>
              <a:ext uri="{FF2B5EF4-FFF2-40B4-BE49-F238E27FC236}">
                <a16:creationId xmlns:a16="http://schemas.microsoft.com/office/drawing/2014/main" id="{34FD6C48-0B9A-E9F6-58DE-E2FC4230E78C}"/>
              </a:ext>
            </a:extLst>
          </p:cNvPr>
          <p:cNvSpPr>
            <a:spLocks noGrp="1"/>
          </p:cNvSpPr>
          <p:nvPr>
            <p:ph type="sldNum" sz="quarter" idx="5"/>
          </p:nvPr>
        </p:nvSpPr>
        <p:spPr/>
        <p:txBody>
          <a:bodyPr rtlCol="0"/>
          <a:lstStyle/>
          <a:p>
            <a:pPr rtl="0"/>
            <a:fld id="{8530193B-564F-4854-8A52-728F3FB19C85}" type="slidenum">
              <a:rPr lang="en-GB" smtClean="0"/>
              <a:t>16</a:t>
            </a:fld>
            <a:endParaRPr lang="en-GB"/>
          </a:p>
        </p:txBody>
      </p:sp>
    </p:spTree>
    <p:extLst>
      <p:ext uri="{BB962C8B-B14F-4D97-AF65-F5344CB8AC3E}">
        <p14:creationId xmlns:p14="http://schemas.microsoft.com/office/powerpoint/2010/main" val="5463282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E0C29-A4A9-1BC0-4F80-563C1C3D55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A33DFB-82E6-E361-9A09-E37E342E7A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B3C44F-0D34-6036-7C22-42FF9990C414}"/>
              </a:ext>
            </a:extLst>
          </p:cNvPr>
          <p:cNvSpPr>
            <a:spLocks noGrp="1"/>
          </p:cNvSpPr>
          <p:nvPr>
            <p:ph type="body" idx="1"/>
          </p:nvPr>
        </p:nvSpPr>
        <p:spPr/>
        <p:txBody>
          <a:bodyPr rtlCol="0"/>
          <a:lstStyle/>
          <a:p>
            <a:pPr marL="0" indent="0" rtl="0">
              <a:buFont typeface="Arial" panose="020B0604020202020204" pitchFamily="34" charset="0"/>
              <a:buNone/>
            </a:pPr>
            <a:r>
              <a:rPr lang="en-GB" dirty="0"/>
              <a:t>I used my smartphone to collect all the images used to create my custom dataset, collected 626 images. Images were at 1920 x 1080 pixels. Then, after preprocessing and data augmentation done in </a:t>
            </a:r>
            <a:r>
              <a:rPr lang="en-GB" dirty="0" err="1"/>
              <a:t>Robloflow</a:t>
            </a:r>
            <a:r>
              <a:rPr lang="en-GB" dirty="0"/>
              <a:t>, I ended up with 1498 images at 640 x 640 pixels. My dataset was split into 1308 train set images, 95 for valid set and 95 for test set.</a:t>
            </a:r>
          </a:p>
          <a:p>
            <a:pPr marL="0" indent="0" rtl="0">
              <a:buFont typeface="Arial" panose="020B0604020202020204" pitchFamily="34" charset="0"/>
              <a:buNone/>
            </a:pPr>
            <a:r>
              <a:rPr lang="en-GB" dirty="0"/>
              <a:t>I used </a:t>
            </a:r>
            <a:r>
              <a:rPr lang="en-GB" dirty="0" err="1"/>
              <a:t>labelme</a:t>
            </a:r>
            <a:r>
              <a:rPr lang="en-GB" dirty="0"/>
              <a:t> as my label tool and labelme2yolo to transform the output which was a </a:t>
            </a:r>
            <a:r>
              <a:rPr lang="en-GB" dirty="0" err="1"/>
              <a:t>json</a:t>
            </a:r>
            <a:r>
              <a:rPr lang="en-GB" dirty="0"/>
              <a:t> file into a txt file which YOLO models can read. </a:t>
            </a:r>
          </a:p>
          <a:p>
            <a:pPr marL="0" indent="0" rtl="0">
              <a:buFont typeface="Arial" panose="020B0604020202020204" pitchFamily="34" charset="0"/>
              <a:buNone/>
            </a:pPr>
            <a:r>
              <a:rPr lang="en-GB" dirty="0"/>
              <a:t>Cluttered levels were based on pixels in the images. I used GIMP to create a mask in the images so there were only black and white colours, and the run a python script to calculate the number of pixels covered by clutter in the images which were coloured with white because of the mask.</a:t>
            </a:r>
          </a:p>
          <a:p>
            <a:pPr marL="0" indent="0" rtl="0">
              <a:buFont typeface="Arial" panose="020B0604020202020204" pitchFamily="34" charset="0"/>
              <a:buNone/>
            </a:pPr>
            <a:r>
              <a:rPr lang="en-GB" dirty="0"/>
              <a:t>After testing both YOLO models, I perform a Kruskal-Wallis test to see if there were any differences in F1 score across different levels of clutter and Dunn’s Post-Hoc to see where the differences were.</a:t>
            </a:r>
          </a:p>
        </p:txBody>
      </p:sp>
      <p:sp>
        <p:nvSpPr>
          <p:cNvPr id="4" name="Slide Number Placeholder 3">
            <a:extLst>
              <a:ext uri="{FF2B5EF4-FFF2-40B4-BE49-F238E27FC236}">
                <a16:creationId xmlns:a16="http://schemas.microsoft.com/office/drawing/2014/main" id="{58DCA8EA-7932-F1A1-D7C3-F16429464612}"/>
              </a:ext>
            </a:extLst>
          </p:cNvPr>
          <p:cNvSpPr>
            <a:spLocks noGrp="1"/>
          </p:cNvSpPr>
          <p:nvPr>
            <p:ph type="sldNum" sz="quarter" idx="5"/>
          </p:nvPr>
        </p:nvSpPr>
        <p:spPr/>
        <p:txBody>
          <a:bodyPr rtlCol="0"/>
          <a:lstStyle/>
          <a:p>
            <a:pPr rtl="0"/>
            <a:fld id="{8530193B-564F-4854-8A52-728F3FB19C85}" type="slidenum">
              <a:rPr lang="en-GB" smtClean="0"/>
              <a:t>17</a:t>
            </a:fld>
            <a:endParaRPr lang="en-GB"/>
          </a:p>
        </p:txBody>
      </p:sp>
    </p:spTree>
    <p:extLst>
      <p:ext uri="{BB962C8B-B14F-4D97-AF65-F5344CB8AC3E}">
        <p14:creationId xmlns:p14="http://schemas.microsoft.com/office/powerpoint/2010/main" val="8528007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58622-F93E-619B-C4AD-1B59070FD1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8F39AA-3759-58B1-38A8-342B07AF74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01ACD7-EF1E-9C2F-646E-D8322D77F547}"/>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703AEBC-9FFB-B1DE-6DF2-5ADEC7A03FD5}"/>
              </a:ext>
            </a:extLst>
          </p:cNvPr>
          <p:cNvSpPr>
            <a:spLocks noGrp="1"/>
          </p:cNvSpPr>
          <p:nvPr>
            <p:ph type="sldNum" sz="quarter" idx="5"/>
          </p:nvPr>
        </p:nvSpPr>
        <p:spPr/>
        <p:txBody>
          <a:bodyPr rtlCol="0"/>
          <a:lstStyle/>
          <a:p>
            <a:pPr rtl="0"/>
            <a:fld id="{8530193B-564F-4854-8A52-728F3FB19C85}" type="slidenum">
              <a:rPr lang="en-GB" smtClean="0"/>
              <a:t>18</a:t>
            </a:fld>
            <a:endParaRPr lang="en-GB"/>
          </a:p>
        </p:txBody>
      </p:sp>
    </p:spTree>
    <p:extLst>
      <p:ext uri="{BB962C8B-B14F-4D97-AF65-F5344CB8AC3E}">
        <p14:creationId xmlns:p14="http://schemas.microsoft.com/office/powerpoint/2010/main" val="3361487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A5BD6-15BF-59EA-4614-620BF4E1A0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E2B462-9DD0-92D4-6133-29B5D7E175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E6D66D-6750-1A4B-6A4A-E28CC9653EFA}"/>
              </a:ext>
            </a:extLst>
          </p:cNvPr>
          <p:cNvSpPr>
            <a:spLocks noGrp="1"/>
          </p:cNvSpPr>
          <p:nvPr>
            <p:ph type="body" idx="1"/>
          </p:nvPr>
        </p:nvSpPr>
        <p:spPr/>
        <p:txBody>
          <a:bodyPr rtlCol="0"/>
          <a:lstStyle/>
          <a:p>
            <a:pPr marL="0" indent="0" rtl="0">
              <a:buFont typeface="Arial" panose="020B0604020202020204" pitchFamily="34" charset="0"/>
              <a:buNone/>
            </a:pPr>
            <a:r>
              <a:rPr lang="en-GB" dirty="0"/>
              <a:t>My system development lifecycle consist in an iterative and incremental model. I am going through cycles by starting creating a dataset for training, then training object detection models, then testing them with a test dataset, then perform an evaluation and analyse the results. This would be going through cycles until I find a good candidate for a future system integration.</a:t>
            </a:r>
          </a:p>
        </p:txBody>
      </p:sp>
      <p:sp>
        <p:nvSpPr>
          <p:cNvPr id="4" name="Slide Number Placeholder 3">
            <a:extLst>
              <a:ext uri="{FF2B5EF4-FFF2-40B4-BE49-F238E27FC236}">
                <a16:creationId xmlns:a16="http://schemas.microsoft.com/office/drawing/2014/main" id="{72155556-04EC-A1E5-841A-8895938EF042}"/>
              </a:ext>
            </a:extLst>
          </p:cNvPr>
          <p:cNvSpPr>
            <a:spLocks noGrp="1"/>
          </p:cNvSpPr>
          <p:nvPr>
            <p:ph type="sldNum" sz="quarter" idx="5"/>
          </p:nvPr>
        </p:nvSpPr>
        <p:spPr/>
        <p:txBody>
          <a:bodyPr rtlCol="0"/>
          <a:lstStyle/>
          <a:p>
            <a:pPr rtl="0"/>
            <a:fld id="{8530193B-564F-4854-8A52-728F3FB19C85}" type="slidenum">
              <a:rPr lang="en-GB" smtClean="0"/>
              <a:t>19</a:t>
            </a:fld>
            <a:endParaRPr lang="en-GB"/>
          </a:p>
        </p:txBody>
      </p:sp>
    </p:spTree>
    <p:extLst>
      <p:ext uri="{BB962C8B-B14F-4D97-AF65-F5344CB8AC3E}">
        <p14:creationId xmlns:p14="http://schemas.microsoft.com/office/powerpoint/2010/main" val="3694577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F438C-1F0D-596E-0040-1C363BA88C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5F98B5-8F8C-87F9-6CD8-4DED267611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5333F3-7400-FD38-82EF-C51DDFBD695F}"/>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F4DF7FD2-EA8E-B58B-9243-ED2B0D765935}"/>
              </a:ext>
            </a:extLst>
          </p:cNvPr>
          <p:cNvSpPr>
            <a:spLocks noGrp="1"/>
          </p:cNvSpPr>
          <p:nvPr>
            <p:ph type="sldNum" sz="quarter" idx="5"/>
          </p:nvPr>
        </p:nvSpPr>
        <p:spPr/>
        <p:txBody>
          <a:bodyPr rtlCol="0"/>
          <a:lstStyle/>
          <a:p>
            <a:pPr rtl="0"/>
            <a:fld id="{8530193B-564F-4854-8A52-728F3FB19C85}" type="slidenum">
              <a:rPr lang="en-GB" smtClean="0"/>
              <a:t>20</a:t>
            </a:fld>
            <a:endParaRPr lang="en-GB"/>
          </a:p>
        </p:txBody>
      </p:sp>
    </p:spTree>
    <p:extLst>
      <p:ext uri="{BB962C8B-B14F-4D97-AF65-F5344CB8AC3E}">
        <p14:creationId xmlns:p14="http://schemas.microsoft.com/office/powerpoint/2010/main" val="37227722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D52E0-4303-D8B0-07A2-C704F71F0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164FD8-4062-D764-E4DD-ED09340E96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3C0B65-3D22-3874-7628-09EC686B4A28}"/>
              </a:ext>
            </a:extLst>
          </p:cNvPr>
          <p:cNvSpPr>
            <a:spLocks noGrp="1"/>
          </p:cNvSpPr>
          <p:nvPr>
            <p:ph type="body" idx="1"/>
          </p:nvPr>
        </p:nvSpPr>
        <p:spPr/>
        <p:txBody>
          <a:bodyPr rtlCol="0"/>
          <a:lstStyle/>
          <a:p>
            <a:pPr marL="0" indent="0" rtl="0">
              <a:buFont typeface="Arial" panose="020B0604020202020204" pitchFamily="34" charset="0"/>
              <a:buNone/>
            </a:pPr>
            <a:r>
              <a:rPr lang="en-GB" dirty="0"/>
              <a:t>This project follows data protection laws, specially GDPR, to ensure ethical handling of data.</a:t>
            </a:r>
          </a:p>
          <a:p>
            <a:pPr marL="0" indent="0" rtl="0">
              <a:buFont typeface="Arial" panose="020B0604020202020204" pitchFamily="34" charset="0"/>
              <a:buNone/>
            </a:pPr>
            <a:r>
              <a:rPr lang="en-GB" dirty="0"/>
              <a:t>No unnecessary personal data is collected or transmitted. This ensures privacy for any data used.</a:t>
            </a:r>
          </a:p>
          <a:p>
            <a:pPr marL="0" indent="0" rtl="0">
              <a:buFont typeface="Arial" panose="020B0604020202020204" pitchFamily="34" charset="0"/>
              <a:buNone/>
            </a:pPr>
            <a:r>
              <a:rPr lang="en-GB" dirty="0"/>
              <a:t>I align with university’s research policies, and I am waiting to get ethical approval for this study. I ensure to make this study as low risk as possible as there is no personal data collected, or any external devices used apart from the use of my personal computer and mobile phone in my own personal space.</a:t>
            </a:r>
          </a:p>
          <a:p>
            <a:pPr marL="0" indent="0" rtl="0">
              <a:buFont typeface="Arial" panose="020B0604020202020204" pitchFamily="34" charset="0"/>
              <a:buNone/>
            </a:pPr>
            <a:r>
              <a:rPr lang="en-GB" dirty="0"/>
              <a:t>Since this research doesn’t involve external participants, privacy risks are minimal. However, if the system is used publicly in the future, stricter ethical standards will be required.</a:t>
            </a:r>
          </a:p>
          <a:p>
            <a:pPr marL="0" indent="0" rtl="0">
              <a:buFont typeface="Arial" panose="020B0604020202020204" pitchFamily="34" charset="0"/>
              <a:buNone/>
            </a:pPr>
            <a:endParaRPr lang="en-GB" dirty="0"/>
          </a:p>
          <a:p>
            <a:pPr marL="0" indent="0" rtl="0">
              <a:buFont typeface="Arial" panose="020B0604020202020204" pitchFamily="34" charset="0"/>
              <a:buNone/>
            </a:pPr>
            <a:r>
              <a:rPr lang="en-GB" dirty="0"/>
              <a:t>The ethical concerns addressed include privacy, informed consent, and bias in object detection.</a:t>
            </a:r>
          </a:p>
          <a:p>
            <a:pPr marL="0" indent="0" rtl="0">
              <a:buFont typeface="Arial" panose="020B0604020202020204" pitchFamily="34" charset="0"/>
              <a:buNone/>
            </a:pPr>
            <a:r>
              <a:rPr lang="en-GB" dirty="0"/>
              <a:t>I ensure that no external parties are involved in data collection or testing, and all images are taken withing my home.</a:t>
            </a:r>
          </a:p>
          <a:p>
            <a:pPr marL="0" indent="0" rtl="0">
              <a:buFont typeface="Arial" panose="020B0604020202020204" pitchFamily="34" charset="0"/>
              <a:buNone/>
            </a:pPr>
            <a:r>
              <a:rPr lang="en-GB" dirty="0"/>
              <a:t>Bias mitigation is critical, so I’ve used diverse and representative dataset to avoid any discrimination by the algorithms.</a:t>
            </a:r>
          </a:p>
          <a:p>
            <a:pPr marL="0" indent="0" rtl="0">
              <a:buFont typeface="Arial" panose="020B0604020202020204" pitchFamily="34" charset="0"/>
              <a:buNone/>
            </a:pPr>
            <a:r>
              <a:rPr lang="en-GB" dirty="0"/>
              <a:t>The system is designed to complement human judgment, not replace it, in line with ethical AI principles.</a:t>
            </a:r>
          </a:p>
          <a:p>
            <a:pPr marL="0" indent="0" rtl="0">
              <a:buFont typeface="Arial" panose="020B0604020202020204" pitchFamily="34" charset="0"/>
              <a:buNone/>
            </a:pPr>
            <a:endParaRPr lang="en-GB" dirty="0"/>
          </a:p>
          <a:p>
            <a:pPr marL="0" indent="0" rtl="0">
              <a:buFont typeface="Arial" panose="020B0604020202020204" pitchFamily="34" charset="0"/>
              <a:buNone/>
            </a:pPr>
            <a:r>
              <a:rPr lang="en-GB" dirty="0"/>
              <a:t>While this project is individual, future developments may involve collaborations with engineers, designers, and healthcare professionals.</a:t>
            </a:r>
          </a:p>
          <a:p>
            <a:pPr marL="0" indent="0" rtl="0">
              <a:buFont typeface="Arial" panose="020B0604020202020204" pitchFamily="34" charset="0"/>
              <a:buNone/>
            </a:pPr>
            <a:r>
              <a:rPr lang="en-GB" dirty="0"/>
              <a:t>This ensures the system is safe, effective, and user-friendly.</a:t>
            </a:r>
          </a:p>
          <a:p>
            <a:pPr marL="0" indent="0" rtl="0">
              <a:buFont typeface="Arial" panose="020B0604020202020204" pitchFamily="34" charset="0"/>
              <a:buNone/>
            </a:pPr>
            <a:r>
              <a:rPr lang="en-GB" dirty="0"/>
              <a:t>It’s also important to ensure transparency, accountability, and stick to AI safety best practices, particularly if the system is deployed in real-world settings.</a:t>
            </a:r>
          </a:p>
          <a:p>
            <a:pPr marL="0" indent="0" rtl="0">
              <a:buFont typeface="Arial" panose="020B0604020202020204" pitchFamily="34" charset="0"/>
              <a:buNone/>
            </a:pPr>
            <a:endParaRPr lang="en-GB" dirty="0"/>
          </a:p>
          <a:p>
            <a:pPr marL="0" indent="0" rtl="0">
              <a:buFont typeface="Arial" panose="020B0604020202020204" pitchFamily="34" charset="0"/>
              <a:buNone/>
            </a:pPr>
            <a:r>
              <a:rPr lang="en-GB" dirty="0"/>
              <a:t>Health and safety concerns are important even in a home environment, so I’ve taken steps to avoid eye strain and ergonomic issues while using my computer.</a:t>
            </a:r>
          </a:p>
          <a:p>
            <a:pPr marL="0" indent="0" rtl="0">
              <a:buFont typeface="Arial" panose="020B0604020202020204" pitchFamily="34" charset="0"/>
              <a:buNone/>
            </a:pPr>
            <a:r>
              <a:rPr lang="en-GB" dirty="0"/>
              <a:t>I’ve designed the system to be simple to use, avoiding unnecessary complexity to reduce cognitive load.</a:t>
            </a:r>
          </a:p>
          <a:p>
            <a:pPr marL="0" indent="0" rtl="0">
              <a:buFont typeface="Arial" panose="020B0604020202020204" pitchFamily="34" charset="0"/>
              <a:buNone/>
            </a:pPr>
            <a:r>
              <a:rPr lang="en-GB" dirty="0"/>
              <a:t>The tests are being conducted at home, so there are no safety concerns with external participants.</a:t>
            </a:r>
          </a:p>
          <a:p>
            <a:pPr marL="0" indent="0" rtl="0">
              <a:buFont typeface="Arial" panose="020B0604020202020204" pitchFamily="34" charset="0"/>
              <a:buNone/>
            </a:pPr>
            <a:endParaRPr lang="en-GB" dirty="0"/>
          </a:p>
          <a:p>
            <a:pPr marL="0" indent="0" rtl="0">
              <a:buFont typeface="Arial" panose="020B0604020202020204" pitchFamily="34" charset="0"/>
              <a:buNone/>
            </a:pPr>
            <a:r>
              <a:rPr lang="en-GB" dirty="0"/>
              <a:t>The project addresses sustainability by optimizing computational resource use. Using Google </a:t>
            </a:r>
            <a:r>
              <a:rPr lang="en-GB" dirty="0" err="1"/>
              <a:t>Colab</a:t>
            </a:r>
            <a:r>
              <a:rPr lang="en-GB" dirty="0"/>
              <a:t> for training reduces the carbon footprint compared to local GPUs.</a:t>
            </a:r>
          </a:p>
          <a:p>
            <a:pPr marL="0" indent="0" rtl="0">
              <a:buFont typeface="Arial" panose="020B0604020202020204" pitchFamily="34" charset="0"/>
              <a:buNone/>
            </a:pPr>
            <a:r>
              <a:rPr lang="en-GB" dirty="0"/>
              <a:t>I’ve also ensured that the final model can be run on my personal computer, minimizing the need for additional hardware.</a:t>
            </a:r>
          </a:p>
          <a:p>
            <a:pPr marL="0" indent="0" rtl="0">
              <a:buFont typeface="Arial" panose="020B0604020202020204" pitchFamily="34" charset="0"/>
              <a:buNone/>
            </a:pPr>
            <a:r>
              <a:rPr lang="en-GB" dirty="0"/>
              <a:t>In the long term, the system can be deployed on low-power devices like Raspberry Pi to further reduce environmental impact. </a:t>
            </a:r>
          </a:p>
        </p:txBody>
      </p:sp>
      <p:sp>
        <p:nvSpPr>
          <p:cNvPr id="4" name="Slide Number Placeholder 3">
            <a:extLst>
              <a:ext uri="{FF2B5EF4-FFF2-40B4-BE49-F238E27FC236}">
                <a16:creationId xmlns:a16="http://schemas.microsoft.com/office/drawing/2014/main" id="{84F386D2-0B35-3B63-A3F8-5EB71D9266EE}"/>
              </a:ext>
            </a:extLst>
          </p:cNvPr>
          <p:cNvSpPr>
            <a:spLocks noGrp="1"/>
          </p:cNvSpPr>
          <p:nvPr>
            <p:ph type="sldNum" sz="quarter" idx="5"/>
          </p:nvPr>
        </p:nvSpPr>
        <p:spPr/>
        <p:txBody>
          <a:bodyPr rtlCol="0"/>
          <a:lstStyle/>
          <a:p>
            <a:pPr rtl="0"/>
            <a:fld id="{8530193B-564F-4854-8A52-728F3FB19C85}" type="slidenum">
              <a:rPr lang="en-GB" smtClean="0"/>
              <a:t>21</a:t>
            </a:fld>
            <a:endParaRPr lang="en-GB"/>
          </a:p>
        </p:txBody>
      </p:sp>
    </p:spTree>
    <p:extLst>
      <p:ext uri="{BB962C8B-B14F-4D97-AF65-F5344CB8AC3E}">
        <p14:creationId xmlns:p14="http://schemas.microsoft.com/office/powerpoint/2010/main" val="18284342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8530193B-564F-4854-8A52-728F3FB19C85}" type="slidenum">
              <a:rPr lang="en-GB" smtClean="0"/>
              <a:t>22</a:t>
            </a:fld>
            <a:endParaRPr lang="en-GB"/>
          </a:p>
        </p:txBody>
      </p:sp>
    </p:spTree>
    <p:extLst>
      <p:ext uri="{BB962C8B-B14F-4D97-AF65-F5344CB8AC3E}">
        <p14:creationId xmlns:p14="http://schemas.microsoft.com/office/powerpoint/2010/main" val="1309949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Small Image">
    <p:spTree>
      <p:nvGrpSpPr>
        <p:cNvPr id="1" name=""/>
        <p:cNvGrpSpPr/>
        <p:nvPr/>
      </p:nvGrpSpPr>
      <p:grpSpPr>
        <a:xfrm>
          <a:off x="0" y="0"/>
          <a:ext cx="0" cy="0"/>
          <a:chOff x="0" y="0"/>
          <a:chExt cx="0" cy="0"/>
        </a:xfrm>
      </p:grpSpPr>
      <p:sp>
        <p:nvSpPr>
          <p:cNvPr id="9" name="Picture Placeholder 1">
            <a:extLst>
              <a:ext uri="{FF2B5EF4-FFF2-40B4-BE49-F238E27FC236}">
                <a16:creationId xmlns:a16="http://schemas.microsoft.com/office/drawing/2014/main" id="{837F9836-5B23-424D-8C60-AC02A8512A4B}"/>
              </a:ext>
            </a:extLst>
          </p:cNvPr>
          <p:cNvSpPr>
            <a:spLocks noGrp="1"/>
          </p:cNvSpPr>
          <p:nvPr>
            <p:ph type="pic" sz="quarter" idx="13" hasCustomPrompt="1"/>
          </p:nvPr>
        </p:nvSpPr>
        <p:spPr>
          <a:xfrm>
            <a:off x="9980476" y="0"/>
            <a:ext cx="2211524" cy="6858000"/>
          </a:xfrm>
          <a:solidFill>
            <a:schemeClr val="bg1">
              <a:lumMod val="95000"/>
            </a:schemeClr>
          </a:solidFill>
        </p:spPr>
        <p:txBody>
          <a:bodyPr rtlCol="0" anchor="ct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en-GB" noProof="0"/>
              <a:t>Insert or Drag &amp; Drop your photo</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86990" y="4346296"/>
            <a:ext cx="6798250" cy="1674470"/>
          </a:xfrm>
        </p:spPr>
        <p:txBody>
          <a:bodyPr rtlCol="0" anchor="b"/>
          <a:lstStyle>
            <a:lvl1pPr algn="r">
              <a:lnSpc>
                <a:spcPts val="5000"/>
              </a:lnSpc>
              <a:defRPr sz="6000" b="1" cap="all" spc="-300" baseline="0">
                <a:solidFill>
                  <a:schemeClr val="tx1"/>
                </a:solidFill>
                <a:latin typeface="+mj-lt"/>
              </a:defRPr>
            </a:lvl1pPr>
          </a:lstStyle>
          <a:p>
            <a:pPr rtl="0"/>
            <a:r>
              <a:rPr lang="en-GB" noProof="0"/>
              <a:t>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311904" y="4650539"/>
            <a:ext cx="3401478" cy="1192038"/>
          </a:xfrm>
          <a:solidFill>
            <a:schemeClr val="tx1"/>
          </a:solidFill>
        </p:spPr>
        <p:txBody>
          <a:bodyPr lIns="252000" tIns="0" rtlCol="0" anchor="ctr"/>
          <a:lstStyle>
            <a:lvl1pPr marL="0" indent="0" algn="l">
              <a:lnSpc>
                <a:spcPct val="100000"/>
              </a:lnSpc>
              <a:buNone/>
              <a:defRPr sz="1800" i="1">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noProof="0"/>
              <a:t>Click to edit Master subtitle style</a:t>
            </a:r>
          </a:p>
        </p:txBody>
      </p:sp>
      <p:sp>
        <p:nvSpPr>
          <p:cNvPr id="7" name="Rectangle 6">
            <a:extLst>
              <a:ext uri="{FF2B5EF4-FFF2-40B4-BE49-F238E27FC236}">
                <a16:creationId xmlns:a16="http://schemas.microsoft.com/office/drawing/2014/main" id="{756F2950-BBCB-4A53-9EAC-D714777B8FA2}"/>
              </a:ext>
            </a:extLst>
          </p:cNvPr>
          <p:cNvSpPr/>
          <p:nvPr userDrawn="1"/>
        </p:nvSpPr>
        <p:spPr>
          <a:xfrm>
            <a:off x="0" y="6794309"/>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8" name="Rectangle 7">
            <a:extLst>
              <a:ext uri="{FF2B5EF4-FFF2-40B4-BE49-F238E27FC236}">
                <a16:creationId xmlns:a16="http://schemas.microsoft.com/office/drawing/2014/main" id="{D5253865-24CF-4EF5-92A5-F64EB9ABC8B7}"/>
              </a:ext>
            </a:extLst>
          </p:cNvPr>
          <p:cNvSpPr/>
          <p:nvPr userDrawn="1"/>
        </p:nvSpPr>
        <p:spPr>
          <a:xfrm>
            <a:off x="0" y="0"/>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Rectangle 10">
            <a:extLst>
              <a:ext uri="{FF2B5EF4-FFF2-40B4-BE49-F238E27FC236}">
                <a16:creationId xmlns:a16="http://schemas.microsoft.com/office/drawing/2014/main" id="{BBE19773-9B6A-4A2C-95A5-69A3788C2D94}"/>
              </a:ext>
            </a:extLst>
          </p:cNvPr>
          <p:cNvSpPr/>
          <p:nvPr userDrawn="1"/>
        </p:nvSpPr>
        <p:spPr>
          <a:xfrm rot="5400000">
            <a:off x="-3378441" y="3410285"/>
            <a:ext cx="6826157" cy="692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1334038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bwMode="auto">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54ED587-2D2F-4D3F-B55B-C64465AB4EC5}"/>
              </a:ext>
            </a:extLst>
          </p:cNvPr>
          <p:cNvSpPr/>
          <p:nvPr userDrawn="1"/>
        </p:nvSpPr>
        <p:spPr>
          <a:xfrm>
            <a:off x="69274" y="66963"/>
            <a:ext cx="9911201" cy="672734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86990" y="4346296"/>
            <a:ext cx="6798250" cy="1674470"/>
          </a:xfrm>
        </p:spPr>
        <p:txBody>
          <a:bodyPr rtlCol="0" anchor="b"/>
          <a:lstStyle>
            <a:lvl1pPr algn="r">
              <a:lnSpc>
                <a:spcPts val="5000"/>
              </a:lnSpc>
              <a:defRPr sz="6000" b="1" cap="all" spc="-300" baseline="0">
                <a:solidFill>
                  <a:schemeClr val="bg1"/>
                </a:solidFill>
                <a:latin typeface="+mj-lt"/>
              </a:defRPr>
            </a:lvl1pPr>
          </a:lstStyle>
          <a:p>
            <a:pPr rtl="0"/>
            <a:r>
              <a:rPr lang="en-GB" noProof="0"/>
              <a:t>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326418" y="4650539"/>
            <a:ext cx="2456210" cy="1192038"/>
          </a:xfrm>
          <a:solidFill>
            <a:schemeClr val="bg1"/>
          </a:solidFill>
        </p:spPr>
        <p:txBody>
          <a:bodyPr lIns="252000" tIns="0" rtlCol="0" anchor="ctr"/>
          <a:lstStyle>
            <a:lvl1pPr marL="0" indent="0" algn="l">
              <a:lnSpc>
                <a:spcPct val="100000"/>
              </a:lnSpc>
              <a:buNone/>
              <a:defRPr sz="1800" i="1">
                <a:solidFill>
                  <a:schemeClr val="tx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noProof="0"/>
              <a:t>Click to edit Master subtitle style</a:t>
            </a:r>
          </a:p>
        </p:txBody>
      </p:sp>
      <p:sp>
        <p:nvSpPr>
          <p:cNvPr id="7" name="Rectangle 6">
            <a:extLst>
              <a:ext uri="{FF2B5EF4-FFF2-40B4-BE49-F238E27FC236}">
                <a16:creationId xmlns:a16="http://schemas.microsoft.com/office/drawing/2014/main" id="{756F2950-BBCB-4A53-9EAC-D714777B8FA2}"/>
              </a:ext>
            </a:extLst>
          </p:cNvPr>
          <p:cNvSpPr/>
          <p:nvPr userDrawn="1"/>
        </p:nvSpPr>
        <p:spPr>
          <a:xfrm>
            <a:off x="0" y="6794309"/>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8" name="Rectangle 7">
            <a:extLst>
              <a:ext uri="{FF2B5EF4-FFF2-40B4-BE49-F238E27FC236}">
                <a16:creationId xmlns:a16="http://schemas.microsoft.com/office/drawing/2014/main" id="{D5253865-24CF-4EF5-92A5-F64EB9ABC8B7}"/>
              </a:ext>
            </a:extLst>
          </p:cNvPr>
          <p:cNvSpPr/>
          <p:nvPr userDrawn="1"/>
        </p:nvSpPr>
        <p:spPr>
          <a:xfrm>
            <a:off x="0" y="0"/>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Rectangle 10">
            <a:extLst>
              <a:ext uri="{FF2B5EF4-FFF2-40B4-BE49-F238E27FC236}">
                <a16:creationId xmlns:a16="http://schemas.microsoft.com/office/drawing/2014/main" id="{BBE19773-9B6A-4A2C-95A5-69A3788C2D94}"/>
              </a:ext>
            </a:extLst>
          </p:cNvPr>
          <p:cNvSpPr/>
          <p:nvPr userDrawn="1"/>
        </p:nvSpPr>
        <p:spPr>
          <a:xfrm rot="5400000">
            <a:off x="-3378441" y="3410285"/>
            <a:ext cx="6826157" cy="692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5" name="Slide Number Placeholder 4">
            <a:extLst>
              <a:ext uri="{FF2B5EF4-FFF2-40B4-BE49-F238E27FC236}">
                <a16:creationId xmlns:a16="http://schemas.microsoft.com/office/drawing/2014/main" id="{E798A99C-9485-48F0-8E1E-227AD1348A45}"/>
              </a:ext>
            </a:extLst>
          </p:cNvPr>
          <p:cNvSpPr>
            <a:spLocks noGrp="1"/>
          </p:cNvSpPr>
          <p:nvPr>
            <p:ph type="sldNum" sz="quarter" idx="11"/>
          </p:nvPr>
        </p:nvSpPr>
        <p:spPr/>
        <p:txBody>
          <a:bodyPr rtlCol="0"/>
          <a:lstStyle/>
          <a:p>
            <a:pPr rtl="0"/>
            <a:fld id="{19B51A1E-902D-48AF-9020-955120F399B6}" type="slidenum">
              <a:rPr lang="en-GB" noProof="0" smtClean="0"/>
              <a:pPr/>
              <a:t>‹#›</a:t>
            </a:fld>
            <a:endParaRPr lang="en-GB" noProof="0"/>
          </a:p>
        </p:txBody>
      </p:sp>
    </p:spTree>
    <p:extLst>
      <p:ext uri="{BB962C8B-B14F-4D97-AF65-F5344CB8AC3E}">
        <p14:creationId xmlns:p14="http://schemas.microsoft.com/office/powerpoint/2010/main" val="2218115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Large Image">
    <p:bg>
      <p:bgPr>
        <a:solidFill>
          <a:schemeClr val="bg1"/>
        </a:solidFill>
        <a:effectLst/>
      </p:bgPr>
    </p:bg>
    <p:spTree>
      <p:nvGrpSpPr>
        <p:cNvPr id="1" name=""/>
        <p:cNvGrpSpPr/>
        <p:nvPr/>
      </p:nvGrpSpPr>
      <p:grpSpPr>
        <a:xfrm>
          <a:off x="0" y="0"/>
          <a:ext cx="0" cy="0"/>
          <a:chOff x="0" y="0"/>
          <a:chExt cx="0" cy="0"/>
        </a:xfrm>
      </p:grpSpPr>
      <p:sp>
        <p:nvSpPr>
          <p:cNvPr id="9" name="Picture Placeholder 1">
            <a:extLst>
              <a:ext uri="{FF2B5EF4-FFF2-40B4-BE49-F238E27FC236}">
                <a16:creationId xmlns:a16="http://schemas.microsoft.com/office/drawing/2014/main" id="{069FFAE5-B16E-4571-88F7-52FA5354B1A1}"/>
              </a:ext>
            </a:extLst>
          </p:cNvPr>
          <p:cNvSpPr>
            <a:spLocks noGrp="1"/>
          </p:cNvSpPr>
          <p:nvPr>
            <p:ph type="pic" sz="quarter" idx="13" hasCustomPrompt="1"/>
          </p:nvPr>
        </p:nvSpPr>
        <p:spPr>
          <a:xfrm>
            <a:off x="69273" y="63691"/>
            <a:ext cx="9911201" cy="6727346"/>
          </a:xfrm>
          <a:solidFill>
            <a:schemeClr val="tx1">
              <a:lumMod val="75000"/>
              <a:lumOff val="25000"/>
            </a:schemeClr>
          </a:solidFill>
        </p:spPr>
        <p:txBody>
          <a:bodyPr rtlCol="0" anchor="ctr"/>
          <a:lstStyle>
            <a:lvl1pPr marL="0" indent="0" algn="ctr">
              <a:buNone/>
              <a:defRPr sz="1200" i="1">
                <a:solidFill>
                  <a:schemeClr val="bg1"/>
                </a:solidFill>
                <a:latin typeface="Times New Roman" panose="02020603050405020304" pitchFamily="18" charset="0"/>
                <a:cs typeface="Times New Roman" panose="02020603050405020304" pitchFamily="18" charset="0"/>
              </a:defRPr>
            </a:lvl1pPr>
          </a:lstStyle>
          <a:p>
            <a:pPr rtl="0"/>
            <a:r>
              <a:rPr lang="en-GB" noProof="0"/>
              <a:t>Insert or Drag &amp; Drop your photo</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86990" y="4346296"/>
            <a:ext cx="6798250" cy="1674470"/>
          </a:xfrm>
        </p:spPr>
        <p:txBody>
          <a:bodyPr rtlCol="0" anchor="b"/>
          <a:lstStyle>
            <a:lvl1pPr algn="r">
              <a:lnSpc>
                <a:spcPts val="5000"/>
              </a:lnSpc>
              <a:defRPr sz="6000" b="1" cap="all" spc="-300" baseline="0">
                <a:solidFill>
                  <a:schemeClr val="bg1"/>
                </a:solidFill>
                <a:latin typeface="+mj-lt"/>
              </a:defRPr>
            </a:lvl1pPr>
          </a:lstStyle>
          <a:p>
            <a:pPr rtl="0"/>
            <a:r>
              <a:rPr lang="en-GB" noProof="0"/>
              <a:t>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326418" y="4650539"/>
            <a:ext cx="2456210" cy="1192038"/>
          </a:xfrm>
          <a:solidFill>
            <a:schemeClr val="bg1"/>
          </a:solidFill>
        </p:spPr>
        <p:txBody>
          <a:bodyPr lIns="252000" tIns="0" rtlCol="0" anchor="ctr"/>
          <a:lstStyle>
            <a:lvl1pPr marL="0" indent="0" algn="l">
              <a:lnSpc>
                <a:spcPct val="100000"/>
              </a:lnSpc>
              <a:buNone/>
              <a:defRPr sz="1800" i="1">
                <a:solidFill>
                  <a:schemeClr val="tx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noProof="0"/>
              <a:t>Click to edit Master subtitle style</a:t>
            </a:r>
          </a:p>
        </p:txBody>
      </p:sp>
      <p:sp>
        <p:nvSpPr>
          <p:cNvPr id="7" name="Rectangle 6">
            <a:extLst>
              <a:ext uri="{FF2B5EF4-FFF2-40B4-BE49-F238E27FC236}">
                <a16:creationId xmlns:a16="http://schemas.microsoft.com/office/drawing/2014/main" id="{756F2950-BBCB-4A53-9EAC-D714777B8FA2}"/>
              </a:ext>
            </a:extLst>
          </p:cNvPr>
          <p:cNvSpPr/>
          <p:nvPr userDrawn="1"/>
        </p:nvSpPr>
        <p:spPr>
          <a:xfrm>
            <a:off x="0" y="6794309"/>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8" name="Rectangle 7">
            <a:extLst>
              <a:ext uri="{FF2B5EF4-FFF2-40B4-BE49-F238E27FC236}">
                <a16:creationId xmlns:a16="http://schemas.microsoft.com/office/drawing/2014/main" id="{D5253865-24CF-4EF5-92A5-F64EB9ABC8B7}"/>
              </a:ext>
            </a:extLst>
          </p:cNvPr>
          <p:cNvSpPr/>
          <p:nvPr userDrawn="1"/>
        </p:nvSpPr>
        <p:spPr>
          <a:xfrm>
            <a:off x="0" y="0"/>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Rectangle 10">
            <a:extLst>
              <a:ext uri="{FF2B5EF4-FFF2-40B4-BE49-F238E27FC236}">
                <a16:creationId xmlns:a16="http://schemas.microsoft.com/office/drawing/2014/main" id="{BBE19773-9B6A-4A2C-95A5-69A3788C2D94}"/>
              </a:ext>
            </a:extLst>
          </p:cNvPr>
          <p:cNvSpPr/>
          <p:nvPr userDrawn="1"/>
        </p:nvSpPr>
        <p:spPr>
          <a:xfrm rot="5400000">
            <a:off x="-3378441" y="3410285"/>
            <a:ext cx="6826157" cy="692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5" name="Slide Number Placeholder 4">
            <a:extLst>
              <a:ext uri="{FF2B5EF4-FFF2-40B4-BE49-F238E27FC236}">
                <a16:creationId xmlns:a16="http://schemas.microsoft.com/office/drawing/2014/main" id="{E798A99C-9485-48F0-8E1E-227AD1348A45}"/>
              </a:ext>
            </a:extLst>
          </p:cNvPr>
          <p:cNvSpPr>
            <a:spLocks noGrp="1"/>
          </p:cNvSpPr>
          <p:nvPr>
            <p:ph type="sldNum" sz="quarter" idx="11"/>
          </p:nvPr>
        </p:nvSpPr>
        <p:spPr/>
        <p:txBody>
          <a:bodyPr rtlCol="0"/>
          <a:lstStyle/>
          <a:p>
            <a:pPr rtl="0"/>
            <a:fld id="{19B51A1E-902D-48AF-9020-955120F399B6}" type="slidenum">
              <a:rPr lang="en-GB" noProof="0" smtClean="0"/>
              <a:pPr/>
              <a:t>‹#›</a:t>
            </a:fld>
            <a:endParaRPr lang="en-GB" noProof="0"/>
          </a:p>
        </p:txBody>
      </p:sp>
    </p:spTree>
    <p:extLst>
      <p:ext uri="{BB962C8B-B14F-4D97-AF65-F5344CB8AC3E}">
        <p14:creationId xmlns:p14="http://schemas.microsoft.com/office/powerpoint/2010/main" val="4094738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8" name="Picture Placeholder 1">
            <a:extLst>
              <a:ext uri="{FF2B5EF4-FFF2-40B4-BE49-F238E27FC236}">
                <a16:creationId xmlns:a16="http://schemas.microsoft.com/office/drawing/2014/main" id="{1599E2D7-24B3-4D66-9AFB-83C1AEC4DBBB}"/>
              </a:ext>
            </a:extLst>
          </p:cNvPr>
          <p:cNvSpPr>
            <a:spLocks noGrp="1"/>
          </p:cNvSpPr>
          <p:nvPr>
            <p:ph type="pic" sz="quarter" idx="33" hasCustomPrompt="1"/>
          </p:nvPr>
        </p:nvSpPr>
        <p:spPr>
          <a:xfrm>
            <a:off x="9980476" y="0"/>
            <a:ext cx="2211524" cy="6192000"/>
          </a:xfrm>
          <a:solidFill>
            <a:schemeClr val="bg1">
              <a:lumMod val="95000"/>
            </a:schemeClr>
          </a:solidFill>
        </p:spPr>
        <p:txBody>
          <a:bodyPr rtlCol="0" anchor="ct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en-GB" noProof="0"/>
              <a:t>Insert or Drag &amp; Drop your photo</a:t>
            </a:r>
          </a:p>
        </p:txBody>
      </p:sp>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445086" y="1807950"/>
            <a:ext cx="5184913" cy="432000"/>
          </a:xfrm>
        </p:spPr>
        <p:txBody>
          <a:bodyPr rtlCol="0"/>
          <a:lstStyle>
            <a:lvl1pPr algn="r">
              <a:defRPr>
                <a:solidFill>
                  <a:schemeClr val="tx1"/>
                </a:solidFill>
              </a:defRPr>
            </a:lvl1pPr>
          </a:lstStyle>
          <a:p>
            <a:pPr rtl="0"/>
            <a:r>
              <a:rPr lang="en-GB" noProof="0"/>
              <a:t>Click to edit page title</a:t>
            </a:r>
          </a:p>
        </p:txBody>
      </p:sp>
      <p:sp>
        <p:nvSpPr>
          <p:cNvPr id="10" name="Subtitle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444886" y="2383950"/>
            <a:ext cx="5184913" cy="360000"/>
          </a:xfrm>
        </p:spPr>
        <p:txBody>
          <a:bodyPr rtlCol="0"/>
          <a:lstStyle>
            <a:lvl1pPr marL="0" indent="0" algn="r">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rtl="0"/>
            <a:r>
              <a:rPr lang="en-GB" noProof="0"/>
              <a:t>Subtitle</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4445000" y="2908300"/>
            <a:ext cx="5184800" cy="3283700"/>
          </a:xfrm>
          <a:solidFill>
            <a:schemeClr val="bg1"/>
          </a:solidFill>
        </p:spPr>
        <p:txBody>
          <a:bodyPr lIns="180000" tIns="252000" rIns="252000" rtlCol="0"/>
          <a:lstStyle>
            <a:lvl1pPr algn="l">
              <a:defRPr>
                <a:solidFill>
                  <a:schemeClr val="tx1">
                    <a:lumMod val="75000"/>
                    <a:lumOff val="25000"/>
                  </a:schemeClr>
                </a:solidFill>
              </a:defRPr>
            </a:lvl1pPr>
            <a:lvl2pPr algn="l">
              <a:defRPr>
                <a:solidFill>
                  <a:schemeClr val="tx1">
                    <a:lumMod val="75000"/>
                    <a:lumOff val="25000"/>
                  </a:schemeClr>
                </a:solidFill>
              </a:defRPr>
            </a:lvl2pPr>
            <a:lvl3pPr algn="l">
              <a:defRPr>
                <a:solidFill>
                  <a:schemeClr val="tx1">
                    <a:lumMod val="75000"/>
                    <a:lumOff val="25000"/>
                  </a:schemeClr>
                </a:solidFill>
              </a:defRPr>
            </a:lvl3pPr>
            <a:lvl4pPr algn="l">
              <a:defRPr>
                <a:solidFill>
                  <a:schemeClr val="tx1">
                    <a:lumMod val="75000"/>
                    <a:lumOff val="25000"/>
                  </a:schemeClr>
                </a:solidFill>
              </a:defRPr>
            </a:lvl4pPr>
            <a:lvl5pPr algn="l">
              <a:defRPr>
                <a:solidFill>
                  <a:schemeClr val="tx1">
                    <a:lumMod val="75000"/>
                    <a:lumOff val="25000"/>
                  </a:schemeClr>
                </a:solidFill>
              </a:defRPr>
            </a:lvl5p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en-GB" noProof="0"/>
              <a:t>Add a footer</a:t>
            </a:r>
          </a:p>
        </p:txBody>
      </p:sp>
      <p:sp>
        <p:nvSpPr>
          <p:cNvPr id="5" name="Slide Number Placeholder 4">
            <a:extLst>
              <a:ext uri="{FF2B5EF4-FFF2-40B4-BE49-F238E27FC236}">
                <a16:creationId xmlns:a16="http://schemas.microsoft.com/office/drawing/2014/main" id="{53DA1E79-BA17-41C5-98B7-CFBC5859A512}"/>
              </a:ext>
            </a:extLst>
          </p:cNvPr>
          <p:cNvSpPr>
            <a:spLocks noGrp="1"/>
          </p:cNvSpPr>
          <p:nvPr>
            <p:ph type="sldNum" sz="quarter" idx="34"/>
          </p:nvPr>
        </p:nvSpPr>
        <p:spPr/>
        <p:txBody>
          <a:bodyPr rtlCol="0"/>
          <a:lstStyle/>
          <a:p>
            <a:pPr rtl="0"/>
            <a:fld id="{19B51A1E-902D-48AF-9020-955120F399B6}" type="slidenum">
              <a:rPr lang="en-GB" noProof="0" smtClean="0"/>
              <a:pPr/>
              <a:t>‹#›</a:t>
            </a:fld>
            <a:endParaRPr lang="en-GB" noProof="0"/>
          </a:p>
        </p:txBody>
      </p:sp>
    </p:spTree>
    <p:extLst>
      <p:ext uri="{BB962C8B-B14F-4D97-AF65-F5344CB8AC3E}">
        <p14:creationId xmlns:p14="http://schemas.microsoft.com/office/powerpoint/2010/main" val="1350103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3823393" y="1343906"/>
            <a:ext cx="3736800" cy="3933645"/>
          </a:xfrm>
          <a:solidFill>
            <a:schemeClr val="bg1"/>
          </a:solidFill>
        </p:spPr>
        <p:txBody>
          <a:bodyPr lIns="180000" tIns="180000" rIns="180000"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en-GB" noProof="0"/>
              <a:t>Add a footer</a:t>
            </a:r>
          </a:p>
        </p:txBody>
      </p:sp>
      <p:sp>
        <p:nvSpPr>
          <p:cNvPr id="5" name="Slide Number Placeholder 4">
            <a:extLst>
              <a:ext uri="{FF2B5EF4-FFF2-40B4-BE49-F238E27FC236}">
                <a16:creationId xmlns:a16="http://schemas.microsoft.com/office/drawing/2014/main" id="{53DA1E79-BA17-41C5-98B7-CFBC5859A512}"/>
              </a:ext>
            </a:extLst>
          </p:cNvPr>
          <p:cNvSpPr>
            <a:spLocks noGrp="1"/>
          </p:cNvSpPr>
          <p:nvPr>
            <p:ph type="sldNum" sz="quarter" idx="34"/>
          </p:nvPr>
        </p:nvSpPr>
        <p:spPr/>
        <p:txBody>
          <a:bodyPr rtlCol="0"/>
          <a:lstStyle/>
          <a:p>
            <a:pPr rtl="0"/>
            <a:fld id="{19B51A1E-902D-48AF-9020-955120F399B6}" type="slidenum">
              <a:rPr lang="en-GB" noProof="0" smtClean="0"/>
              <a:pPr/>
              <a:t>‹#›</a:t>
            </a:fld>
            <a:endParaRPr lang="en-GB" noProof="0"/>
          </a:p>
        </p:txBody>
      </p:sp>
      <p:sp>
        <p:nvSpPr>
          <p:cNvPr id="9" name="Picture Placeholder 6">
            <a:extLst>
              <a:ext uri="{FF2B5EF4-FFF2-40B4-BE49-F238E27FC236}">
                <a16:creationId xmlns:a16="http://schemas.microsoft.com/office/drawing/2014/main" id="{492C2A1D-F7BD-46B6-BC01-15D365ACD50B}"/>
              </a:ext>
            </a:extLst>
          </p:cNvPr>
          <p:cNvSpPr>
            <a:spLocks noGrp="1"/>
          </p:cNvSpPr>
          <p:nvPr>
            <p:ph type="pic" sz="quarter" idx="14" hasCustomPrompt="1"/>
          </p:nvPr>
        </p:nvSpPr>
        <p:spPr>
          <a:xfrm>
            <a:off x="7560193" y="1344803"/>
            <a:ext cx="3737526" cy="3933645"/>
          </a:xfrm>
          <a:solidFill>
            <a:schemeClr val="tx1">
              <a:lumMod val="75000"/>
              <a:lumOff val="25000"/>
            </a:schemeClr>
          </a:solidFill>
        </p:spPr>
        <p:txBody>
          <a:bodyPr rtlCol="0" anchor="ctr"/>
          <a:lstStyle>
            <a:lvl1pPr marL="0" indent="0" algn="ctr">
              <a:buNone/>
              <a:defRPr sz="1200" i="1">
                <a:solidFill>
                  <a:schemeClr val="bg1"/>
                </a:solidFill>
                <a:latin typeface="Times New Roman" panose="02020603050405020304" pitchFamily="18" charset="0"/>
                <a:cs typeface="Times New Roman" panose="02020603050405020304" pitchFamily="18" charset="0"/>
              </a:defRPr>
            </a:lvl1pPr>
          </a:lstStyle>
          <a:p>
            <a:pPr rtl="0"/>
            <a:r>
              <a:rPr lang="en-GB" noProof="0"/>
              <a:t>Insert or Drag &amp; Drop your photo</a:t>
            </a:r>
          </a:p>
        </p:txBody>
      </p:sp>
      <p:sp>
        <p:nvSpPr>
          <p:cNvPr id="6" name="Title 5">
            <a:extLst>
              <a:ext uri="{FF2B5EF4-FFF2-40B4-BE49-F238E27FC236}">
                <a16:creationId xmlns:a16="http://schemas.microsoft.com/office/drawing/2014/main" id="{7F4F1543-153D-4F77-A4A9-C9BBA1C2052E}"/>
              </a:ext>
            </a:extLst>
          </p:cNvPr>
          <p:cNvSpPr>
            <a:spLocks noGrp="1"/>
          </p:cNvSpPr>
          <p:nvPr>
            <p:ph type="title"/>
          </p:nvPr>
        </p:nvSpPr>
        <p:spPr>
          <a:xfrm>
            <a:off x="432000" y="432000"/>
            <a:ext cx="9131100" cy="432000"/>
          </a:xfrm>
        </p:spPr>
        <p:txBody>
          <a:bodyPr rtlCol="0"/>
          <a:lstStyle/>
          <a:p>
            <a:pPr rtl="0"/>
            <a:r>
              <a:rPr lang="en-GB" noProof="0"/>
              <a:t>Click to edit Master title style</a:t>
            </a:r>
          </a:p>
        </p:txBody>
      </p:sp>
      <p:sp>
        <p:nvSpPr>
          <p:cNvPr id="11" name="Subtitle 2">
            <a:extLst>
              <a:ext uri="{FF2B5EF4-FFF2-40B4-BE49-F238E27FC236}">
                <a16:creationId xmlns:a16="http://schemas.microsoft.com/office/drawing/2014/main" id="{9FAA210E-391A-499A-89D5-F222045FD1A4}"/>
              </a:ext>
            </a:extLst>
          </p:cNvPr>
          <p:cNvSpPr>
            <a:spLocks noGrp="1"/>
          </p:cNvSpPr>
          <p:nvPr>
            <p:ph type="body" sz="quarter" idx="32" hasCustomPrompt="1"/>
          </p:nvPr>
        </p:nvSpPr>
        <p:spPr>
          <a:xfrm>
            <a:off x="431800" y="1008000"/>
            <a:ext cx="6895900" cy="360000"/>
          </a:xfrm>
        </p:spPr>
        <p:txBody>
          <a:bodyPr rtlCol="0"/>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rtl="0"/>
            <a:r>
              <a:rPr lang="en-GB" noProof="0"/>
              <a:t>Subtitle</a:t>
            </a:r>
          </a:p>
        </p:txBody>
      </p:sp>
    </p:spTree>
    <p:extLst>
      <p:ext uri="{BB962C8B-B14F-4D97-AF65-F5344CB8AC3E}">
        <p14:creationId xmlns:p14="http://schemas.microsoft.com/office/powerpoint/2010/main" val="2347197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rtlCol="0"/>
          <a:lstStyle>
            <a:lvl1pPr>
              <a:defRPr>
                <a:solidFill>
                  <a:schemeClr val="tx1"/>
                </a:solidFill>
              </a:defRPr>
            </a:lvl1pPr>
          </a:lstStyle>
          <a:p>
            <a:pPr rtl="0"/>
            <a:r>
              <a:rPr lang="en-GB" noProof="0"/>
              <a:t>Click to edit page title</a:t>
            </a:r>
          </a:p>
        </p:txBody>
      </p:sp>
      <p:sp>
        <p:nvSpPr>
          <p:cNvPr id="9" name="Subtitle 2">
            <a:extLst>
              <a:ext uri="{FF2B5EF4-FFF2-40B4-BE49-F238E27FC236}">
                <a16:creationId xmlns:a16="http://schemas.microsoft.com/office/drawing/2014/main" id="{E4633398-8EC3-417B-BEA6-101D8F224678}"/>
              </a:ext>
            </a:extLst>
          </p:cNvPr>
          <p:cNvSpPr>
            <a:spLocks noGrp="1"/>
          </p:cNvSpPr>
          <p:nvPr>
            <p:ph type="body" sz="quarter" idx="32" hasCustomPrompt="1"/>
          </p:nvPr>
        </p:nvSpPr>
        <p:spPr>
          <a:xfrm>
            <a:off x="431800" y="1008000"/>
            <a:ext cx="9198000" cy="360000"/>
          </a:xfrm>
        </p:spPr>
        <p:txBody>
          <a:bodyPr rtlCol="0"/>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rtl="0"/>
            <a:r>
              <a:rPr lang="en-GB" noProof="0"/>
              <a:t>Subtitle</a:t>
            </a:r>
          </a:p>
        </p:txBody>
      </p:sp>
      <p:sp>
        <p:nvSpPr>
          <p:cNvPr id="3" name="Comparison Left Placeholder 1">
            <a:extLst>
              <a:ext uri="{FF2B5EF4-FFF2-40B4-BE49-F238E27FC236}">
                <a16:creationId xmlns:a16="http://schemas.microsoft.com/office/drawing/2014/main" id="{9322B50D-6A7D-41C6-BA57-613BC231DF36}"/>
              </a:ext>
            </a:extLst>
          </p:cNvPr>
          <p:cNvSpPr>
            <a:spLocks noGrp="1"/>
          </p:cNvSpPr>
          <p:nvPr>
            <p:ph type="body" idx="1" hasCustomPrompt="1"/>
          </p:nvPr>
        </p:nvSpPr>
        <p:spPr>
          <a:xfrm>
            <a:off x="432000" y="1432296"/>
            <a:ext cx="4500000" cy="527076"/>
          </a:xfrm>
          <a:solidFill>
            <a:schemeClr val="tx1"/>
          </a:solidFill>
        </p:spPr>
        <p:txBody>
          <a:bodyPr lIns="180000" tIns="36000" rtlCol="0" anchor="ctr"/>
          <a:lstStyle>
            <a:lvl1pPr marL="0" indent="0">
              <a:buNone/>
              <a:defRPr sz="2400" b="1" spc="-15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4" name="Content Placeholder 2">
            <a:extLst>
              <a:ext uri="{FF2B5EF4-FFF2-40B4-BE49-F238E27FC236}">
                <a16:creationId xmlns:a16="http://schemas.microsoft.com/office/drawing/2014/main" id="{9FD584DA-F775-47B8-A1D7-6556AD5FCBD2}"/>
              </a:ext>
            </a:extLst>
          </p:cNvPr>
          <p:cNvSpPr>
            <a:spLocks noGrp="1"/>
          </p:cNvSpPr>
          <p:nvPr>
            <p:ph sz="half" idx="2" hasCustomPrompt="1"/>
          </p:nvPr>
        </p:nvSpPr>
        <p:spPr>
          <a:xfrm>
            <a:off x="432000" y="2023668"/>
            <a:ext cx="4500000" cy="4168332"/>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12" name="Comparison Left Placeholder 2">
            <a:extLst>
              <a:ext uri="{FF2B5EF4-FFF2-40B4-BE49-F238E27FC236}">
                <a16:creationId xmlns:a16="http://schemas.microsoft.com/office/drawing/2014/main" id="{78A963F8-6F6E-440E-B3B3-DDE13C083A36}"/>
              </a:ext>
            </a:extLst>
          </p:cNvPr>
          <p:cNvSpPr>
            <a:spLocks noGrp="1"/>
          </p:cNvSpPr>
          <p:nvPr>
            <p:ph type="body" sz="quarter" idx="13" hasCustomPrompt="1"/>
          </p:nvPr>
        </p:nvSpPr>
        <p:spPr>
          <a:xfrm>
            <a:off x="5129800" y="1433105"/>
            <a:ext cx="4500000" cy="525283"/>
          </a:xfrm>
          <a:solidFill>
            <a:schemeClr val="tx1"/>
          </a:solidFill>
        </p:spPr>
        <p:txBody>
          <a:bodyPr lIns="180000" tIns="36000" rtlCol="0" anchor="ctr"/>
          <a:lstStyle>
            <a:lvl1pPr marL="0" indent="0">
              <a:buNone/>
              <a:defRPr sz="2400" b="1" spc="-150">
                <a:solidFill>
                  <a:schemeClr val="bg1"/>
                </a:solidFill>
                <a:latin typeface="+mj-lt"/>
              </a:defRPr>
            </a:lvl1pPr>
          </a:lstStyle>
          <a:p>
            <a:pPr lvl="0" rtl="0"/>
            <a:r>
              <a:rPr lang="en-GB" noProof="0"/>
              <a:t>Edit Master text styles</a:t>
            </a:r>
          </a:p>
        </p:txBody>
      </p:sp>
      <p:sp>
        <p:nvSpPr>
          <p:cNvPr id="8" name="Text Placeholder 4">
            <a:extLst>
              <a:ext uri="{FF2B5EF4-FFF2-40B4-BE49-F238E27FC236}">
                <a16:creationId xmlns:a16="http://schemas.microsoft.com/office/drawing/2014/main" id="{DF0A5256-B267-47DA-858A-0F3867CB6139}"/>
              </a:ext>
            </a:extLst>
          </p:cNvPr>
          <p:cNvSpPr>
            <a:spLocks noGrp="1"/>
          </p:cNvSpPr>
          <p:nvPr>
            <p:ph type="body" sz="quarter" idx="12" hasCustomPrompt="1"/>
          </p:nvPr>
        </p:nvSpPr>
        <p:spPr>
          <a:xfrm>
            <a:off x="5129800" y="2020359"/>
            <a:ext cx="4500000" cy="4170891"/>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rtlCol="0"/>
          <a:lstStyle/>
          <a:p>
            <a:pPr rtl="0"/>
            <a:r>
              <a:rPr lang="en-GB" noProof="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rtlCol="0"/>
          <a:lstStyle/>
          <a:p>
            <a:pPr rtl="0"/>
            <a:fld id="{19B51A1E-902D-48AF-9020-955120F399B6}" type="slidenum">
              <a:rPr lang="en-GB" noProof="0" smtClean="0"/>
              <a:pPr/>
              <a:t>‹#›</a:t>
            </a:fld>
            <a:endParaRPr lang="en-GB" noProof="0"/>
          </a:p>
        </p:txBody>
      </p:sp>
    </p:spTree>
    <p:extLst>
      <p:ext uri="{BB962C8B-B14F-4D97-AF65-F5344CB8AC3E}">
        <p14:creationId xmlns:p14="http://schemas.microsoft.com/office/powerpoint/2010/main" val="2509955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6299200" y="432000"/>
            <a:ext cx="5472113" cy="5759250"/>
          </a:xfrm>
          <a:solidFill>
            <a:schemeClr val="tx1">
              <a:lumMod val="75000"/>
              <a:lumOff val="25000"/>
            </a:schemeClr>
          </a:solidFill>
        </p:spPr>
        <p:txBody>
          <a:bodyPr rtlCol="0" anchor="ctr"/>
          <a:lstStyle>
            <a:lvl1pPr marL="0" indent="0" algn="ctr">
              <a:buNone/>
              <a:defRPr sz="1200" i="1">
                <a:solidFill>
                  <a:schemeClr val="bg1"/>
                </a:solidFill>
                <a:latin typeface="Times New Roman" panose="02020603050405020304" pitchFamily="18" charset="0"/>
                <a:cs typeface="Times New Roman" panose="02020603050405020304" pitchFamily="18" charset="0"/>
              </a:defRPr>
            </a:lvl1pPr>
          </a:lstStyle>
          <a:p>
            <a:pPr rtl="0"/>
            <a:r>
              <a:rPr lang="en-GB" noProof="0"/>
              <a:t>Insert or Drag &amp; Drop your photo</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3875314" y="5096632"/>
            <a:ext cx="2028686" cy="1094618"/>
          </a:xfrm>
        </p:spPr>
        <p:txBody>
          <a:bodyPr rtlCol="0" anchor="b"/>
          <a:lstStyle>
            <a:lvl1pPr marL="0" indent="0" algn="r">
              <a:buNone/>
              <a:defRPr i="1">
                <a:solidFill>
                  <a:schemeClr val="tx1"/>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en-GB" noProof="0"/>
              <a:t>Enter your caption</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en-GB" noProof="0"/>
              <a:t>Add a footer</a:t>
            </a:r>
          </a:p>
        </p:txBody>
      </p:sp>
      <p:sp>
        <p:nvSpPr>
          <p:cNvPr id="2" name="Slide Number Placeholder 1">
            <a:extLst>
              <a:ext uri="{FF2B5EF4-FFF2-40B4-BE49-F238E27FC236}">
                <a16:creationId xmlns:a16="http://schemas.microsoft.com/office/drawing/2014/main" id="{E25951D2-91DB-40E7-95D5-4B372602DEBB}"/>
              </a:ext>
            </a:extLst>
          </p:cNvPr>
          <p:cNvSpPr>
            <a:spLocks noGrp="1"/>
          </p:cNvSpPr>
          <p:nvPr>
            <p:ph type="sldNum" sz="quarter" idx="15"/>
          </p:nvPr>
        </p:nvSpPr>
        <p:spPr/>
        <p:txBody>
          <a:bodyPr rtlCol="0"/>
          <a:lstStyle/>
          <a:p>
            <a:pPr rtl="0"/>
            <a:fld id="{19B51A1E-902D-48AF-9020-955120F399B6}" type="slidenum">
              <a:rPr lang="en-GB" noProof="0" smtClean="0"/>
              <a:pPr/>
              <a:t>‹#›</a:t>
            </a:fld>
            <a:endParaRPr lang="en-GB" noProof="0"/>
          </a:p>
        </p:txBody>
      </p:sp>
      <p:sp>
        <p:nvSpPr>
          <p:cNvPr id="5" name="Title 4">
            <a:extLst>
              <a:ext uri="{FF2B5EF4-FFF2-40B4-BE49-F238E27FC236}">
                <a16:creationId xmlns:a16="http://schemas.microsoft.com/office/drawing/2014/main" id="{16EFF903-F1F3-440A-B12C-9FD51606B03D}"/>
              </a:ext>
            </a:extLst>
          </p:cNvPr>
          <p:cNvSpPr>
            <a:spLocks noGrp="1"/>
          </p:cNvSpPr>
          <p:nvPr>
            <p:ph type="title"/>
          </p:nvPr>
        </p:nvSpPr>
        <p:spPr/>
        <p:txBody>
          <a:bodyPr rtlCol="0"/>
          <a:lstStyle/>
          <a:p>
            <a:pPr rtl="0"/>
            <a:r>
              <a:rPr lang="en-GB" noProof="0"/>
              <a:t>Click to edit Master title style</a:t>
            </a:r>
          </a:p>
        </p:txBody>
      </p:sp>
    </p:spTree>
    <p:extLst>
      <p:ext uri="{BB962C8B-B14F-4D97-AF65-F5344CB8AC3E}">
        <p14:creationId xmlns:p14="http://schemas.microsoft.com/office/powerpoint/2010/main" val="1987784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hank-you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174360" y="2112793"/>
            <a:ext cx="6798250" cy="1674470"/>
          </a:xfrm>
        </p:spPr>
        <p:txBody>
          <a:bodyPr rtlCol="0" anchor="ctr"/>
          <a:lstStyle>
            <a:lvl1pPr algn="ctr">
              <a:lnSpc>
                <a:spcPct val="100000"/>
              </a:lnSpc>
              <a:defRPr sz="6000" b="1" cap="all" spc="-300" baseline="0">
                <a:solidFill>
                  <a:schemeClr val="tx1"/>
                </a:solidFill>
                <a:latin typeface="+mj-lt"/>
              </a:defRPr>
            </a:lvl1pPr>
          </a:lstStyle>
          <a:p>
            <a:pPr rtl="0"/>
            <a:r>
              <a:rPr lang="en-GB" noProof="0"/>
              <a:t>Thank you</a:t>
            </a:r>
          </a:p>
        </p:txBody>
      </p:sp>
      <p:sp>
        <p:nvSpPr>
          <p:cNvPr id="7" name="Rectangle 6">
            <a:extLst>
              <a:ext uri="{FF2B5EF4-FFF2-40B4-BE49-F238E27FC236}">
                <a16:creationId xmlns:a16="http://schemas.microsoft.com/office/drawing/2014/main" id="{756F2950-BBCB-4A53-9EAC-D714777B8FA2}"/>
              </a:ext>
            </a:extLst>
          </p:cNvPr>
          <p:cNvSpPr/>
          <p:nvPr userDrawn="1"/>
        </p:nvSpPr>
        <p:spPr>
          <a:xfrm>
            <a:off x="0" y="6794309"/>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8" name="Rectangle 7">
            <a:extLst>
              <a:ext uri="{FF2B5EF4-FFF2-40B4-BE49-F238E27FC236}">
                <a16:creationId xmlns:a16="http://schemas.microsoft.com/office/drawing/2014/main" id="{D5253865-24CF-4EF5-92A5-F64EB9ABC8B7}"/>
              </a:ext>
            </a:extLst>
          </p:cNvPr>
          <p:cNvSpPr/>
          <p:nvPr userDrawn="1"/>
        </p:nvSpPr>
        <p:spPr>
          <a:xfrm>
            <a:off x="0" y="0"/>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Rectangle 10">
            <a:extLst>
              <a:ext uri="{FF2B5EF4-FFF2-40B4-BE49-F238E27FC236}">
                <a16:creationId xmlns:a16="http://schemas.microsoft.com/office/drawing/2014/main" id="{BBE19773-9B6A-4A2C-95A5-69A3788C2D94}"/>
              </a:ext>
            </a:extLst>
          </p:cNvPr>
          <p:cNvSpPr/>
          <p:nvPr userDrawn="1"/>
        </p:nvSpPr>
        <p:spPr>
          <a:xfrm rot="5400000">
            <a:off x="-3378441" y="3410285"/>
            <a:ext cx="6826157" cy="692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Text Placeholder 5">
            <a:extLst>
              <a:ext uri="{FF2B5EF4-FFF2-40B4-BE49-F238E27FC236}">
                <a16:creationId xmlns:a16="http://schemas.microsoft.com/office/drawing/2014/main" id="{CA3EFDD3-A9D2-4EB6-BB2A-F6999D9F7EA6}"/>
              </a:ext>
            </a:extLst>
          </p:cNvPr>
          <p:cNvSpPr>
            <a:spLocks noGrp="1"/>
          </p:cNvSpPr>
          <p:nvPr>
            <p:ph type="body" sz="quarter" idx="15" hasCustomPrompt="1"/>
          </p:nvPr>
        </p:nvSpPr>
        <p:spPr>
          <a:xfrm>
            <a:off x="2174361" y="4035727"/>
            <a:ext cx="3329850" cy="382887"/>
          </a:xfrm>
        </p:spPr>
        <p:txBody>
          <a:bodyPr rtlCol="0"/>
          <a:lstStyle>
            <a:lvl1pPr marL="0" indent="0" algn="r">
              <a:buNone/>
              <a:defRPr sz="2400"/>
            </a:lvl1pPr>
            <a:lvl2pPr marL="266700" indent="0">
              <a:buNone/>
              <a:defRPr/>
            </a:lvl2pPr>
            <a:lvl3pPr marL="542925" indent="0">
              <a:buNone/>
              <a:defRPr/>
            </a:lvl3pPr>
            <a:lvl4pPr marL="809625" indent="0">
              <a:buNone/>
              <a:defRPr/>
            </a:lvl4pPr>
            <a:lvl5pPr marL="1076325" indent="0">
              <a:buNone/>
              <a:defRPr/>
            </a:lvl5pPr>
          </a:lstStyle>
          <a:p>
            <a:pPr lvl="0" rtl="0"/>
            <a:r>
              <a:rPr lang="en-GB" noProof="0"/>
              <a:t>Full Name</a:t>
            </a:r>
          </a:p>
        </p:txBody>
      </p:sp>
      <p:sp>
        <p:nvSpPr>
          <p:cNvPr id="12" name="Text Placeholder 6">
            <a:extLst>
              <a:ext uri="{FF2B5EF4-FFF2-40B4-BE49-F238E27FC236}">
                <a16:creationId xmlns:a16="http://schemas.microsoft.com/office/drawing/2014/main" id="{261ED1F7-B623-43D9-9BDA-8808C5CFAFFB}"/>
              </a:ext>
            </a:extLst>
          </p:cNvPr>
          <p:cNvSpPr>
            <a:spLocks noGrp="1"/>
          </p:cNvSpPr>
          <p:nvPr>
            <p:ph type="body" sz="quarter" idx="16" hasCustomPrompt="1"/>
          </p:nvPr>
        </p:nvSpPr>
        <p:spPr>
          <a:xfrm>
            <a:off x="6062268" y="4150118"/>
            <a:ext cx="2910342" cy="238016"/>
          </a:xfrm>
        </p:spPr>
        <p:txBody>
          <a:bodyPr rtlCol="0"/>
          <a:lstStyle>
            <a:lvl1pPr marL="0" indent="0" algn="l">
              <a:buNone/>
              <a:defRPr sz="1400" i="1"/>
            </a:lvl1pPr>
            <a:lvl2pPr marL="266700" indent="0">
              <a:buNone/>
              <a:defRPr/>
            </a:lvl2pPr>
            <a:lvl3pPr marL="542925" indent="0">
              <a:buNone/>
              <a:defRPr/>
            </a:lvl3pPr>
            <a:lvl4pPr marL="809625" indent="0">
              <a:buNone/>
              <a:defRPr/>
            </a:lvl4pPr>
            <a:lvl5pPr marL="1076325" indent="0">
              <a:buNone/>
              <a:defRPr/>
            </a:lvl5pPr>
          </a:lstStyle>
          <a:p>
            <a:pPr lvl="0" rtl="0"/>
            <a:r>
              <a:rPr lang="en-GB" noProof="0"/>
              <a:t>Phone Number</a:t>
            </a:r>
          </a:p>
        </p:txBody>
      </p:sp>
      <p:sp>
        <p:nvSpPr>
          <p:cNvPr id="13" name="Text Placeholder 7">
            <a:extLst>
              <a:ext uri="{FF2B5EF4-FFF2-40B4-BE49-F238E27FC236}">
                <a16:creationId xmlns:a16="http://schemas.microsoft.com/office/drawing/2014/main" id="{E27366FC-4115-4122-9CE2-5FA9D424AD51}"/>
              </a:ext>
            </a:extLst>
          </p:cNvPr>
          <p:cNvSpPr>
            <a:spLocks noGrp="1"/>
          </p:cNvSpPr>
          <p:nvPr>
            <p:ph type="body" sz="quarter" idx="17" hasCustomPrompt="1"/>
          </p:nvPr>
        </p:nvSpPr>
        <p:spPr>
          <a:xfrm>
            <a:off x="6062268" y="4540691"/>
            <a:ext cx="2910342" cy="238016"/>
          </a:xfrm>
        </p:spPr>
        <p:txBody>
          <a:bodyPr rtlCol="0"/>
          <a:lstStyle>
            <a:lvl1pPr marL="0" indent="0" algn="l">
              <a:buNone/>
              <a:defRPr sz="1400" i="1"/>
            </a:lvl1pPr>
            <a:lvl2pPr marL="266700" indent="0">
              <a:buNone/>
              <a:defRPr/>
            </a:lvl2pPr>
            <a:lvl3pPr marL="542925" indent="0">
              <a:buNone/>
              <a:defRPr/>
            </a:lvl3pPr>
            <a:lvl4pPr marL="809625" indent="0">
              <a:buNone/>
              <a:defRPr/>
            </a:lvl4pPr>
            <a:lvl5pPr marL="1076325" indent="0">
              <a:buNone/>
              <a:defRPr/>
            </a:lvl5pPr>
          </a:lstStyle>
          <a:p>
            <a:pPr lvl="0" rtl="0"/>
            <a:r>
              <a:rPr lang="en-GB" noProof="0"/>
              <a:t>Email or Social Media Handle</a:t>
            </a:r>
          </a:p>
        </p:txBody>
      </p:sp>
      <p:sp>
        <p:nvSpPr>
          <p:cNvPr id="14" name="Text Placeholder 8">
            <a:extLst>
              <a:ext uri="{FF2B5EF4-FFF2-40B4-BE49-F238E27FC236}">
                <a16:creationId xmlns:a16="http://schemas.microsoft.com/office/drawing/2014/main" id="{DEB36829-2F8B-4E22-AB6D-4111D18AF847}"/>
              </a:ext>
            </a:extLst>
          </p:cNvPr>
          <p:cNvSpPr>
            <a:spLocks noGrp="1"/>
          </p:cNvSpPr>
          <p:nvPr>
            <p:ph type="body" sz="quarter" idx="18" hasCustomPrompt="1"/>
          </p:nvPr>
        </p:nvSpPr>
        <p:spPr>
          <a:xfrm>
            <a:off x="6062268" y="4931263"/>
            <a:ext cx="2910342" cy="238016"/>
          </a:xfrm>
        </p:spPr>
        <p:txBody>
          <a:bodyPr rtlCol="0"/>
          <a:lstStyle>
            <a:lvl1pPr marL="0" indent="0" algn="l">
              <a:buNone/>
              <a:defRPr sz="1400" i="1"/>
            </a:lvl1pPr>
            <a:lvl2pPr marL="266700" indent="0">
              <a:buNone/>
              <a:defRPr/>
            </a:lvl2pPr>
            <a:lvl3pPr marL="542925" indent="0">
              <a:buNone/>
              <a:defRPr/>
            </a:lvl3pPr>
            <a:lvl4pPr marL="809625" indent="0">
              <a:buNone/>
              <a:defRPr/>
            </a:lvl4pPr>
            <a:lvl5pPr marL="1076325" indent="0">
              <a:buNone/>
              <a:defRPr/>
            </a:lvl5pPr>
          </a:lstStyle>
          <a:p>
            <a:pPr lvl="0" rtl="0"/>
            <a:r>
              <a:rPr lang="en-GB" noProof="0"/>
              <a:t>Company Website</a:t>
            </a:r>
          </a:p>
        </p:txBody>
      </p:sp>
    </p:spTree>
    <p:extLst>
      <p:ext uri="{BB962C8B-B14F-4D97-AF65-F5344CB8AC3E}">
        <p14:creationId xmlns:p14="http://schemas.microsoft.com/office/powerpoint/2010/main" val="3189010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solidFill>
              </a:defRPr>
            </a:lvl1pPr>
          </a:lstStyle>
          <a:p>
            <a:pPr rtl="0"/>
            <a:r>
              <a:rPr lang="en-GB" noProof="0"/>
              <a:t>Click to edit page title</a:t>
            </a:r>
          </a:p>
        </p:txBody>
      </p:sp>
      <p:sp>
        <p:nvSpPr>
          <p:cNvPr id="7" name="Subtitle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1" y="1008000"/>
            <a:ext cx="9198116" cy="360000"/>
          </a:xfrm>
        </p:spPr>
        <p:txBody>
          <a:bodyPr rtlCol="0"/>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rtl="0"/>
            <a:r>
              <a:rPr lang="en-GB"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hasCustomPrompt="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Footer Placeholder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en-GB" noProof="0"/>
              <a:t>Add a footer</a:t>
            </a:r>
          </a:p>
        </p:txBody>
      </p:sp>
      <p:sp>
        <p:nvSpPr>
          <p:cNvPr id="5" name="Slide Number Placeholder 4">
            <a:extLst>
              <a:ext uri="{FF2B5EF4-FFF2-40B4-BE49-F238E27FC236}">
                <a16:creationId xmlns:a16="http://schemas.microsoft.com/office/drawing/2014/main" id="{3442953D-28FC-41B5-A1BB-BB3BA7CA40BE}"/>
              </a:ext>
            </a:extLst>
          </p:cNvPr>
          <p:cNvSpPr>
            <a:spLocks noGrp="1"/>
          </p:cNvSpPr>
          <p:nvPr>
            <p:ph type="sldNum" sz="quarter" idx="33"/>
          </p:nvPr>
        </p:nvSpPr>
        <p:spPr/>
        <p:txBody>
          <a:bodyPr rtlCol="0"/>
          <a:lstStyle/>
          <a:p>
            <a:pPr rtl="0"/>
            <a:fld id="{19B51A1E-902D-48AF-9020-955120F399B6}" type="slidenum">
              <a:rPr lang="en-GB" noProof="0" smtClean="0"/>
              <a:pPr/>
              <a:t>‹#›</a:t>
            </a:fld>
            <a:endParaRPr lang="en-GB" noProof="0"/>
          </a:p>
        </p:txBody>
      </p:sp>
    </p:spTree>
    <p:extLst>
      <p:ext uri="{BB962C8B-B14F-4D97-AF65-F5344CB8AC3E}">
        <p14:creationId xmlns:p14="http://schemas.microsoft.com/office/powerpoint/2010/main" val="1734501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9198000" cy="432000"/>
          </a:xfrm>
        </p:spPr>
        <p:txBody>
          <a:bodyPr rtlCol="0"/>
          <a:lstStyle>
            <a:lvl1pPr>
              <a:defRPr>
                <a:solidFill>
                  <a:schemeClr val="tx1"/>
                </a:solidFill>
              </a:defRPr>
            </a:lvl1pPr>
          </a:lstStyle>
          <a:p>
            <a:pPr rtl="0"/>
            <a:r>
              <a:rPr lang="en-GB" noProof="0"/>
              <a:t>Click to edit page title</a:t>
            </a:r>
          </a:p>
        </p:txBody>
      </p:sp>
      <p:sp>
        <p:nvSpPr>
          <p:cNvPr id="9" name="Subtitle 2">
            <a:extLst>
              <a:ext uri="{FF2B5EF4-FFF2-40B4-BE49-F238E27FC236}">
                <a16:creationId xmlns:a16="http://schemas.microsoft.com/office/drawing/2014/main" id="{F94EB5D3-F8CB-4E76-8D7E-FF441818EECB}"/>
              </a:ext>
            </a:extLst>
          </p:cNvPr>
          <p:cNvSpPr>
            <a:spLocks noGrp="1"/>
          </p:cNvSpPr>
          <p:nvPr>
            <p:ph type="body" sz="quarter" idx="32" hasCustomPrompt="1"/>
          </p:nvPr>
        </p:nvSpPr>
        <p:spPr>
          <a:xfrm>
            <a:off x="431800" y="1008000"/>
            <a:ext cx="9198000" cy="360000"/>
          </a:xfrm>
        </p:spPr>
        <p:txBody>
          <a:bodyPr rtlCol="0"/>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rtl="0"/>
            <a:r>
              <a:rPr lang="en-GB"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hasCustomPrompt="1"/>
          </p:nvPr>
        </p:nvSpPr>
        <p:spPr>
          <a:xfrm>
            <a:off x="432000" y="1512000"/>
            <a:ext cx="2916000" cy="467925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Text Placeholder 4">
            <a:extLst>
              <a:ext uri="{FF2B5EF4-FFF2-40B4-BE49-F238E27FC236}">
                <a16:creationId xmlns:a16="http://schemas.microsoft.com/office/drawing/2014/main" id="{16A38E24-EB1C-472F-B631-5DF32F9C4CF5}"/>
              </a:ext>
            </a:extLst>
          </p:cNvPr>
          <p:cNvSpPr>
            <a:spLocks noGrp="1"/>
          </p:cNvSpPr>
          <p:nvPr>
            <p:ph type="body" sz="quarter" idx="12" hasCustomPrompt="1"/>
          </p:nvPr>
        </p:nvSpPr>
        <p:spPr>
          <a:xfrm>
            <a:off x="3572900" y="1511476"/>
            <a:ext cx="2916000" cy="4679249"/>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11" name="Text Placeholder 5">
            <a:extLst>
              <a:ext uri="{FF2B5EF4-FFF2-40B4-BE49-F238E27FC236}">
                <a16:creationId xmlns:a16="http://schemas.microsoft.com/office/drawing/2014/main" id="{5B4A252E-78C9-4F76-98A4-A4B580AD072A}"/>
              </a:ext>
            </a:extLst>
          </p:cNvPr>
          <p:cNvSpPr>
            <a:spLocks noGrp="1"/>
          </p:cNvSpPr>
          <p:nvPr>
            <p:ph type="body" sz="quarter" idx="13" hasCustomPrompt="1"/>
          </p:nvPr>
        </p:nvSpPr>
        <p:spPr>
          <a:xfrm>
            <a:off x="6713800" y="1511475"/>
            <a:ext cx="2916000" cy="4679250"/>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Footer Placeholder 3">
            <a:extLst>
              <a:ext uri="{FF2B5EF4-FFF2-40B4-BE49-F238E27FC236}">
                <a16:creationId xmlns:a16="http://schemas.microsoft.com/office/drawing/2014/main" id="{6D4BCA97-F31B-451D-82F8-6E000DF2118A}"/>
              </a:ext>
            </a:extLst>
          </p:cNvPr>
          <p:cNvSpPr>
            <a:spLocks noGrp="1"/>
          </p:cNvSpPr>
          <p:nvPr>
            <p:ph type="ftr" sz="quarter" idx="14"/>
          </p:nvPr>
        </p:nvSpPr>
        <p:spPr/>
        <p:txBody>
          <a:bodyPr rtlCol="0"/>
          <a:lstStyle/>
          <a:p>
            <a:pPr rtl="0"/>
            <a:r>
              <a:rPr lang="en-GB" noProof="0"/>
              <a:t>Add a footer</a:t>
            </a:r>
          </a:p>
        </p:txBody>
      </p:sp>
      <p:sp>
        <p:nvSpPr>
          <p:cNvPr id="6" name="Slide Number Placeholder 5">
            <a:extLst>
              <a:ext uri="{FF2B5EF4-FFF2-40B4-BE49-F238E27FC236}">
                <a16:creationId xmlns:a16="http://schemas.microsoft.com/office/drawing/2014/main" id="{0817AAC4-A657-4D75-A527-0307AFF2B17B}"/>
              </a:ext>
            </a:extLst>
          </p:cNvPr>
          <p:cNvSpPr>
            <a:spLocks noGrp="1"/>
          </p:cNvSpPr>
          <p:nvPr>
            <p:ph type="sldNum" sz="quarter" idx="15"/>
          </p:nvPr>
        </p:nvSpPr>
        <p:spPr/>
        <p:txBody>
          <a:bodyPr rtlCol="0"/>
          <a:lstStyle/>
          <a:p>
            <a:pPr rtl="0"/>
            <a:fld id="{19B51A1E-902D-48AF-9020-955120F399B6}" type="slidenum">
              <a:rPr lang="en-GB" noProof="0" smtClean="0"/>
              <a:pPr/>
              <a:t>‹#›</a:t>
            </a:fld>
            <a:endParaRPr lang="en-GB" noProof="0"/>
          </a:p>
        </p:txBody>
      </p:sp>
    </p:spTree>
    <p:extLst>
      <p:ext uri="{BB962C8B-B14F-4D97-AF65-F5344CB8AC3E}">
        <p14:creationId xmlns:p14="http://schemas.microsoft.com/office/powerpoint/2010/main" val="2654388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9198000" cy="432000"/>
          </a:xfrm>
        </p:spPr>
        <p:txBody>
          <a:bodyPr rtlCol="0"/>
          <a:lstStyle>
            <a:lvl1pPr>
              <a:defRPr>
                <a:solidFill>
                  <a:schemeClr val="tx1"/>
                </a:solidFill>
              </a:defRPr>
            </a:lvl1pPr>
          </a:lstStyle>
          <a:p>
            <a:pPr rtl="0"/>
            <a:r>
              <a:rPr lang="en-GB" noProof="0"/>
              <a:t>Click to edit page title</a:t>
            </a:r>
          </a:p>
        </p:txBody>
      </p:sp>
      <p:sp>
        <p:nvSpPr>
          <p:cNvPr id="10" name="Subtitle 2">
            <a:extLst>
              <a:ext uri="{FF2B5EF4-FFF2-40B4-BE49-F238E27FC236}">
                <a16:creationId xmlns:a16="http://schemas.microsoft.com/office/drawing/2014/main" id="{9D7ACCB5-9A86-4F46-89E2-B79F48C9EC1D}"/>
              </a:ext>
            </a:extLst>
          </p:cNvPr>
          <p:cNvSpPr>
            <a:spLocks noGrp="1"/>
          </p:cNvSpPr>
          <p:nvPr>
            <p:ph type="body" sz="quarter" idx="32" hasCustomPrompt="1"/>
          </p:nvPr>
        </p:nvSpPr>
        <p:spPr>
          <a:xfrm>
            <a:off x="431800" y="1008000"/>
            <a:ext cx="9198000" cy="360000"/>
          </a:xfrm>
        </p:spPr>
        <p:txBody>
          <a:bodyPr rtlCol="0"/>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rtl="0"/>
            <a:r>
              <a:rPr lang="en-GB"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hasCustomPrompt="1"/>
          </p:nvPr>
        </p:nvSpPr>
        <p:spPr>
          <a:xfrm>
            <a:off x="432000" y="1512000"/>
            <a:ext cx="1764000" cy="467925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Text Placeholder 4">
            <a:extLst>
              <a:ext uri="{FF2B5EF4-FFF2-40B4-BE49-F238E27FC236}">
                <a16:creationId xmlns:a16="http://schemas.microsoft.com/office/drawing/2014/main" id="{1F5B3657-F2AE-455A-BF81-1A0C2ACECD20}"/>
              </a:ext>
            </a:extLst>
          </p:cNvPr>
          <p:cNvSpPr>
            <a:spLocks noGrp="1"/>
          </p:cNvSpPr>
          <p:nvPr>
            <p:ph type="body" sz="quarter" idx="12" hasCustomPrompt="1"/>
          </p:nvPr>
        </p:nvSpPr>
        <p:spPr>
          <a:xfrm>
            <a:off x="2290450" y="1512000"/>
            <a:ext cx="1764000" cy="4679250"/>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13" name="Text Placeholder 5">
            <a:extLst>
              <a:ext uri="{FF2B5EF4-FFF2-40B4-BE49-F238E27FC236}">
                <a16:creationId xmlns:a16="http://schemas.microsoft.com/office/drawing/2014/main" id="{6A983D98-E0AB-429A-9EC2-B50D4216D691}"/>
              </a:ext>
            </a:extLst>
          </p:cNvPr>
          <p:cNvSpPr>
            <a:spLocks noGrp="1"/>
          </p:cNvSpPr>
          <p:nvPr>
            <p:ph type="body" sz="quarter" idx="13" hasCustomPrompt="1"/>
          </p:nvPr>
        </p:nvSpPr>
        <p:spPr>
          <a:xfrm>
            <a:off x="4148900" y="1512000"/>
            <a:ext cx="1764000" cy="4679250"/>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15" name="Text Placeholder 6">
            <a:extLst>
              <a:ext uri="{FF2B5EF4-FFF2-40B4-BE49-F238E27FC236}">
                <a16:creationId xmlns:a16="http://schemas.microsoft.com/office/drawing/2014/main" id="{755213BF-EF6D-45DC-A01B-DE6C2F23A6D2}"/>
              </a:ext>
            </a:extLst>
          </p:cNvPr>
          <p:cNvSpPr>
            <a:spLocks noGrp="1"/>
          </p:cNvSpPr>
          <p:nvPr>
            <p:ph type="body" sz="quarter" idx="14" hasCustomPrompt="1"/>
          </p:nvPr>
        </p:nvSpPr>
        <p:spPr>
          <a:xfrm>
            <a:off x="6007350" y="1507535"/>
            <a:ext cx="1764000" cy="4679250"/>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17" name="Text Placeholder 7">
            <a:extLst>
              <a:ext uri="{FF2B5EF4-FFF2-40B4-BE49-F238E27FC236}">
                <a16:creationId xmlns:a16="http://schemas.microsoft.com/office/drawing/2014/main" id="{77D6BBBA-F4A3-45D4-91BC-A405FFDC7C3D}"/>
              </a:ext>
            </a:extLst>
          </p:cNvPr>
          <p:cNvSpPr>
            <a:spLocks noGrp="1"/>
          </p:cNvSpPr>
          <p:nvPr>
            <p:ph type="body" sz="quarter" idx="15" hasCustomPrompt="1"/>
          </p:nvPr>
        </p:nvSpPr>
        <p:spPr>
          <a:xfrm>
            <a:off x="7865800" y="1507535"/>
            <a:ext cx="1764000" cy="4683715"/>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Footer Placeholder 3">
            <a:extLst>
              <a:ext uri="{FF2B5EF4-FFF2-40B4-BE49-F238E27FC236}">
                <a16:creationId xmlns:a16="http://schemas.microsoft.com/office/drawing/2014/main" id="{2D09234E-176D-4BBF-9391-7B6F018C51AB}"/>
              </a:ext>
            </a:extLst>
          </p:cNvPr>
          <p:cNvSpPr>
            <a:spLocks noGrp="1"/>
          </p:cNvSpPr>
          <p:nvPr>
            <p:ph type="ftr" sz="quarter" idx="16"/>
          </p:nvPr>
        </p:nvSpPr>
        <p:spPr/>
        <p:txBody>
          <a:bodyPr rtlCol="0"/>
          <a:lstStyle/>
          <a:p>
            <a:pPr rtl="0"/>
            <a:r>
              <a:rPr lang="en-GB" noProof="0"/>
              <a:t>Add a footer</a:t>
            </a:r>
          </a:p>
        </p:txBody>
      </p:sp>
      <p:sp>
        <p:nvSpPr>
          <p:cNvPr id="6" name="Slide Number Placeholder 5">
            <a:extLst>
              <a:ext uri="{FF2B5EF4-FFF2-40B4-BE49-F238E27FC236}">
                <a16:creationId xmlns:a16="http://schemas.microsoft.com/office/drawing/2014/main" id="{B5A8293F-A5B5-4FCC-BF27-A25B1BAFF245}"/>
              </a:ext>
            </a:extLst>
          </p:cNvPr>
          <p:cNvSpPr>
            <a:spLocks noGrp="1"/>
          </p:cNvSpPr>
          <p:nvPr>
            <p:ph type="sldNum" sz="quarter" idx="33"/>
          </p:nvPr>
        </p:nvSpPr>
        <p:spPr/>
        <p:txBody>
          <a:bodyPr rtlCol="0"/>
          <a:lstStyle/>
          <a:p>
            <a:pPr rtl="0"/>
            <a:fld id="{19B51A1E-902D-48AF-9020-955120F399B6}" type="slidenum">
              <a:rPr lang="en-GB" noProof="0" smtClean="0"/>
              <a:pPr/>
              <a:t>‹#›</a:t>
            </a:fld>
            <a:endParaRPr lang="en-GB" noProof="0"/>
          </a:p>
        </p:txBody>
      </p:sp>
    </p:spTree>
    <p:extLst>
      <p:ext uri="{BB962C8B-B14F-4D97-AF65-F5344CB8AC3E}">
        <p14:creationId xmlns:p14="http://schemas.microsoft.com/office/powerpoint/2010/main" val="974837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rtlCol="0"/>
          <a:lstStyle>
            <a:lvl1pPr>
              <a:defRPr>
                <a:solidFill>
                  <a:schemeClr val="tx1"/>
                </a:solidFill>
              </a:defRPr>
            </a:lvl1pPr>
          </a:lstStyle>
          <a:p>
            <a:pPr rtl="0"/>
            <a:r>
              <a:rPr lang="en-GB" noProof="0"/>
              <a:t>Click to edit page title</a:t>
            </a:r>
          </a:p>
        </p:txBody>
      </p:sp>
      <p:sp>
        <p:nvSpPr>
          <p:cNvPr id="5" name="Subtitle 2">
            <a:extLst>
              <a:ext uri="{FF2B5EF4-FFF2-40B4-BE49-F238E27FC236}">
                <a16:creationId xmlns:a16="http://schemas.microsoft.com/office/drawing/2014/main" id="{10727B06-56A8-44A2-B6C2-9ED183D107F3}"/>
              </a:ext>
            </a:extLst>
          </p:cNvPr>
          <p:cNvSpPr>
            <a:spLocks noGrp="1"/>
          </p:cNvSpPr>
          <p:nvPr>
            <p:ph type="body" sz="quarter" idx="32" hasCustomPrompt="1"/>
          </p:nvPr>
        </p:nvSpPr>
        <p:spPr>
          <a:xfrm>
            <a:off x="431801" y="1008000"/>
            <a:ext cx="9198116" cy="360000"/>
          </a:xfrm>
        </p:spPr>
        <p:txBody>
          <a:bodyPr rtlCol="0"/>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rtl="0"/>
            <a:r>
              <a:rPr lang="en-GB" noProof="0"/>
              <a:t>Subtitle</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rtlCol="0"/>
          <a:lstStyle/>
          <a:p>
            <a:pPr rtl="0"/>
            <a:r>
              <a:rPr lang="en-GB" noProof="0"/>
              <a:t>Add a footer</a:t>
            </a:r>
          </a:p>
        </p:txBody>
      </p:sp>
      <p:sp>
        <p:nvSpPr>
          <p:cNvPr id="4" name="Slide Number Placeholder 3">
            <a:extLst>
              <a:ext uri="{FF2B5EF4-FFF2-40B4-BE49-F238E27FC236}">
                <a16:creationId xmlns:a16="http://schemas.microsoft.com/office/drawing/2014/main" id="{8E801980-CBAE-4A50-886D-54D7BB2E1947}"/>
              </a:ext>
            </a:extLst>
          </p:cNvPr>
          <p:cNvSpPr>
            <a:spLocks noGrp="1"/>
          </p:cNvSpPr>
          <p:nvPr>
            <p:ph type="sldNum" sz="quarter" idx="33"/>
          </p:nvPr>
        </p:nvSpPr>
        <p:spPr/>
        <p:txBody>
          <a:bodyPr rtlCol="0"/>
          <a:lstStyle/>
          <a:p>
            <a:pPr rtl="0"/>
            <a:fld id="{19B51A1E-902D-48AF-9020-955120F399B6}" type="slidenum">
              <a:rPr lang="en-GB" noProof="0" smtClean="0"/>
              <a:pPr/>
              <a:t>‹#›</a:t>
            </a:fld>
            <a:endParaRPr lang="en-GB" noProof="0"/>
          </a:p>
        </p:txBody>
      </p:sp>
    </p:spTree>
    <p:extLst>
      <p:ext uri="{BB962C8B-B14F-4D97-AF65-F5344CB8AC3E}">
        <p14:creationId xmlns:p14="http://schemas.microsoft.com/office/powerpoint/2010/main" val="1505855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DF756E-F310-4229-ACDD-055D299A95FB}"/>
              </a:ext>
            </a:extLst>
          </p:cNvPr>
          <p:cNvSpPr/>
          <p:nvPr userDrawn="1"/>
        </p:nvSpPr>
        <p:spPr>
          <a:xfrm>
            <a:off x="6297105" y="424206"/>
            <a:ext cx="5505254" cy="573149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en-GB" noProof="0"/>
              <a:t>Add a footer</a:t>
            </a:r>
          </a:p>
        </p:txBody>
      </p:sp>
      <p:sp>
        <p:nvSpPr>
          <p:cNvPr id="2" name="Slide Number Placeholder 1">
            <a:extLst>
              <a:ext uri="{FF2B5EF4-FFF2-40B4-BE49-F238E27FC236}">
                <a16:creationId xmlns:a16="http://schemas.microsoft.com/office/drawing/2014/main" id="{E25951D2-91DB-40E7-95D5-4B372602DEBB}"/>
              </a:ext>
            </a:extLst>
          </p:cNvPr>
          <p:cNvSpPr>
            <a:spLocks noGrp="1"/>
          </p:cNvSpPr>
          <p:nvPr>
            <p:ph type="sldNum" sz="quarter" idx="15"/>
          </p:nvPr>
        </p:nvSpPr>
        <p:spPr/>
        <p:txBody>
          <a:bodyPr rtlCol="0"/>
          <a:lstStyle/>
          <a:p>
            <a:pPr rtl="0"/>
            <a:fld id="{19B51A1E-902D-48AF-9020-955120F399B6}" type="slidenum">
              <a:rPr lang="en-GB" noProof="0" smtClean="0"/>
              <a:pPr/>
              <a:t>‹#›</a:t>
            </a:fld>
            <a:endParaRPr lang="en-GB" noProof="0"/>
          </a:p>
        </p:txBody>
      </p:sp>
      <p:sp>
        <p:nvSpPr>
          <p:cNvPr id="9" name="Subtitle 2">
            <a:extLst>
              <a:ext uri="{FF2B5EF4-FFF2-40B4-BE49-F238E27FC236}">
                <a16:creationId xmlns:a16="http://schemas.microsoft.com/office/drawing/2014/main" id="{07666241-4AF6-458A-A571-6C6C291D72F1}"/>
              </a:ext>
            </a:extLst>
          </p:cNvPr>
          <p:cNvSpPr>
            <a:spLocks noGrp="1"/>
          </p:cNvSpPr>
          <p:nvPr>
            <p:ph type="subTitle" idx="1"/>
          </p:nvPr>
        </p:nvSpPr>
        <p:spPr>
          <a:xfrm>
            <a:off x="6532775" y="3639199"/>
            <a:ext cx="5053936" cy="1192038"/>
          </a:xfrm>
          <a:solidFill>
            <a:schemeClr val="bg1"/>
          </a:solidFill>
        </p:spPr>
        <p:txBody>
          <a:bodyPr lIns="252000" tIns="0" rtlCol="0" anchor="ctr"/>
          <a:lstStyle>
            <a:lvl1pPr marL="0" indent="0" algn="l">
              <a:lnSpc>
                <a:spcPct val="100000"/>
              </a:lnSpc>
              <a:buNone/>
              <a:defRPr sz="1800" i="1">
                <a:solidFill>
                  <a:schemeClr val="tx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noProof="0"/>
              <a:t>Click to edit Master subtitle style</a:t>
            </a:r>
          </a:p>
        </p:txBody>
      </p:sp>
      <p:sp>
        <p:nvSpPr>
          <p:cNvPr id="6" name="Title 5">
            <a:extLst>
              <a:ext uri="{FF2B5EF4-FFF2-40B4-BE49-F238E27FC236}">
                <a16:creationId xmlns:a16="http://schemas.microsoft.com/office/drawing/2014/main" id="{6F4F2BBF-F210-4954-9C73-A0030AACDDFE}"/>
              </a:ext>
            </a:extLst>
          </p:cNvPr>
          <p:cNvSpPr>
            <a:spLocks noGrp="1"/>
          </p:cNvSpPr>
          <p:nvPr>
            <p:ph type="title" hasCustomPrompt="1"/>
          </p:nvPr>
        </p:nvSpPr>
        <p:spPr>
          <a:xfrm>
            <a:off x="6532775" y="993303"/>
            <a:ext cx="5053936" cy="2513468"/>
          </a:xfrm>
        </p:spPr>
        <p:txBody>
          <a:bodyPr rtlCol="0"/>
          <a:lstStyle>
            <a:lvl1pPr>
              <a:defRPr sz="5400" cap="none">
                <a:solidFill>
                  <a:schemeClr val="bg1"/>
                </a:solidFill>
              </a:defRPr>
            </a:lvl1pPr>
          </a:lstStyle>
          <a:p>
            <a:pPr rtl="0"/>
            <a:r>
              <a:rPr lang="en-GB" noProof="0"/>
              <a:t>Click To Edit Master Title Style</a:t>
            </a:r>
          </a:p>
        </p:txBody>
      </p:sp>
    </p:spTree>
    <p:extLst>
      <p:ext uri="{BB962C8B-B14F-4D97-AF65-F5344CB8AC3E}">
        <p14:creationId xmlns:p14="http://schemas.microsoft.com/office/powerpoint/2010/main" val="12277791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rtlCol="0"/>
          <a:lstStyle>
            <a:lvl1pPr>
              <a:defRPr>
                <a:solidFill>
                  <a:schemeClr val="tx1"/>
                </a:solidFill>
              </a:defRPr>
            </a:lvl1pPr>
          </a:lstStyle>
          <a:p>
            <a:pPr rtl="0"/>
            <a:r>
              <a:rPr lang="en-GB" noProof="0"/>
              <a:t>Click to edit page title</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rtlCol="0"/>
          <a:lstStyle/>
          <a:p>
            <a:pPr rtl="0"/>
            <a:r>
              <a:rPr lang="en-GB" noProof="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rtlCol="0"/>
          <a:lstStyle/>
          <a:p>
            <a:pPr rtl="0"/>
            <a:fld id="{19B51A1E-902D-48AF-9020-955120F399B6}" type="slidenum">
              <a:rPr lang="en-GB" noProof="0" smtClean="0"/>
              <a:pPr/>
              <a:t>‹#›</a:t>
            </a:fld>
            <a:endParaRPr lang="en-GB" noProof="0"/>
          </a:p>
        </p:txBody>
      </p:sp>
      <p:sp>
        <p:nvSpPr>
          <p:cNvPr id="10" name="Content Placeholder 2">
            <a:extLst>
              <a:ext uri="{FF2B5EF4-FFF2-40B4-BE49-F238E27FC236}">
                <a16:creationId xmlns:a16="http://schemas.microsoft.com/office/drawing/2014/main" id="{FD1EE834-4B70-4715-8346-1C0298347EE0}"/>
              </a:ext>
            </a:extLst>
          </p:cNvPr>
          <p:cNvSpPr>
            <a:spLocks noGrp="1"/>
          </p:cNvSpPr>
          <p:nvPr>
            <p:ph idx="1" hasCustomPrompt="1"/>
          </p:nvPr>
        </p:nvSpPr>
        <p:spPr>
          <a:xfrm>
            <a:off x="432000" y="1046375"/>
            <a:ext cx="9198000" cy="513058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extLst>
      <p:ext uri="{BB962C8B-B14F-4D97-AF65-F5344CB8AC3E}">
        <p14:creationId xmlns:p14="http://schemas.microsoft.com/office/powerpoint/2010/main" val="22800888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rtlCol="0"/>
          <a:lstStyle>
            <a:lvl1pPr>
              <a:defRPr>
                <a:solidFill>
                  <a:schemeClr val="tx1"/>
                </a:solidFill>
              </a:defRPr>
            </a:lvl1pPr>
          </a:lstStyle>
          <a:p>
            <a:pPr rtl="0"/>
            <a:r>
              <a:rPr lang="en-GB" noProof="0"/>
              <a:t>Click to edit page title</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rtlCol="0"/>
          <a:lstStyle/>
          <a:p>
            <a:pPr rtl="0"/>
            <a:r>
              <a:rPr lang="en-GB" noProof="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rtlCol="0"/>
          <a:lstStyle/>
          <a:p>
            <a:pPr rtl="0"/>
            <a:fld id="{19B51A1E-902D-48AF-9020-955120F399B6}" type="slidenum">
              <a:rPr lang="en-GB" noProof="0" smtClean="0"/>
              <a:pPr/>
              <a:t>‹#›</a:t>
            </a:fld>
            <a:endParaRPr lang="en-GB" noProof="0"/>
          </a:p>
        </p:txBody>
      </p:sp>
      <p:sp>
        <p:nvSpPr>
          <p:cNvPr id="7" name="Content Placeholder 2">
            <a:extLst>
              <a:ext uri="{FF2B5EF4-FFF2-40B4-BE49-F238E27FC236}">
                <a16:creationId xmlns:a16="http://schemas.microsoft.com/office/drawing/2014/main" id="{EAE43F4C-1A64-4197-A44B-E6EB874E243B}"/>
              </a:ext>
            </a:extLst>
          </p:cNvPr>
          <p:cNvSpPr>
            <a:spLocks noGrp="1"/>
          </p:cNvSpPr>
          <p:nvPr>
            <p:ph sz="half" idx="1" hasCustomPrompt="1"/>
          </p:nvPr>
        </p:nvSpPr>
        <p:spPr>
          <a:xfrm>
            <a:off x="432000" y="1046376"/>
            <a:ext cx="4435831" cy="513058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8" name="Content Placeholder 3">
            <a:extLst>
              <a:ext uri="{FF2B5EF4-FFF2-40B4-BE49-F238E27FC236}">
                <a16:creationId xmlns:a16="http://schemas.microsoft.com/office/drawing/2014/main" id="{D7B3F5B8-DC28-4878-AC9F-D434D7542D8F}"/>
              </a:ext>
            </a:extLst>
          </p:cNvPr>
          <p:cNvSpPr>
            <a:spLocks noGrp="1"/>
          </p:cNvSpPr>
          <p:nvPr>
            <p:ph sz="half" idx="2" hasCustomPrompt="1"/>
          </p:nvPr>
        </p:nvSpPr>
        <p:spPr>
          <a:xfrm>
            <a:off x="5194169" y="1046376"/>
            <a:ext cx="4435831" cy="513058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extLst>
      <p:ext uri="{BB962C8B-B14F-4D97-AF65-F5344CB8AC3E}">
        <p14:creationId xmlns:p14="http://schemas.microsoft.com/office/powerpoint/2010/main" val="3574397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rtlCol="0"/>
          <a:lstStyle>
            <a:lvl1pPr>
              <a:defRPr>
                <a:solidFill>
                  <a:schemeClr val="tx1"/>
                </a:solidFill>
              </a:defRPr>
            </a:lvl1pPr>
          </a:lstStyle>
          <a:p>
            <a:pPr rtl="0"/>
            <a:r>
              <a:rPr lang="en-GB" noProof="0"/>
              <a:t>Click to edit page title</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rtlCol="0"/>
          <a:lstStyle/>
          <a:p>
            <a:pPr rtl="0"/>
            <a:r>
              <a:rPr lang="en-GB" noProof="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rtlCol="0"/>
          <a:lstStyle/>
          <a:p>
            <a:pPr rtl="0"/>
            <a:fld id="{19B51A1E-902D-48AF-9020-955120F399B6}" type="slidenum">
              <a:rPr lang="en-GB" noProof="0" smtClean="0"/>
              <a:pPr/>
              <a:t>‹#›</a:t>
            </a:fld>
            <a:endParaRPr lang="en-GB" noProof="0"/>
          </a:p>
        </p:txBody>
      </p:sp>
      <p:sp>
        <p:nvSpPr>
          <p:cNvPr id="7" name="Text Placeholder 2">
            <a:extLst>
              <a:ext uri="{FF2B5EF4-FFF2-40B4-BE49-F238E27FC236}">
                <a16:creationId xmlns:a16="http://schemas.microsoft.com/office/drawing/2014/main" id="{CB97B01E-88B2-448F-BD96-A1AAFA39AC1E}"/>
              </a:ext>
            </a:extLst>
          </p:cNvPr>
          <p:cNvSpPr>
            <a:spLocks noGrp="1"/>
          </p:cNvSpPr>
          <p:nvPr>
            <p:ph type="body" idx="1" hasCustomPrompt="1"/>
          </p:nvPr>
        </p:nvSpPr>
        <p:spPr>
          <a:xfrm>
            <a:off x="432000" y="1068420"/>
            <a:ext cx="4434840" cy="823912"/>
          </a:xfrm>
          <a:solidFill>
            <a:schemeClr val="tx1"/>
          </a:solidFill>
        </p:spPr>
        <p:txBody>
          <a:bodyPr rtlCol="0" anchor="ctr"/>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8" name="Text Placeholder 4">
            <a:extLst>
              <a:ext uri="{FF2B5EF4-FFF2-40B4-BE49-F238E27FC236}">
                <a16:creationId xmlns:a16="http://schemas.microsoft.com/office/drawing/2014/main" id="{40BADDE2-4EE6-41B4-804C-EBF680128B40}"/>
              </a:ext>
            </a:extLst>
          </p:cNvPr>
          <p:cNvSpPr>
            <a:spLocks noGrp="1"/>
          </p:cNvSpPr>
          <p:nvPr>
            <p:ph type="body" sz="quarter" idx="3" hasCustomPrompt="1"/>
          </p:nvPr>
        </p:nvSpPr>
        <p:spPr>
          <a:xfrm>
            <a:off x="5195160" y="1068420"/>
            <a:ext cx="4434840" cy="823912"/>
          </a:xfrm>
          <a:solidFill>
            <a:schemeClr val="tx1"/>
          </a:solidFill>
        </p:spPr>
        <p:txBody>
          <a:bodyPr rtlCol="0" anchor="ctr"/>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9" name="Content Placeholder 3">
            <a:extLst>
              <a:ext uri="{FF2B5EF4-FFF2-40B4-BE49-F238E27FC236}">
                <a16:creationId xmlns:a16="http://schemas.microsoft.com/office/drawing/2014/main" id="{BB0A14E0-899D-4594-BC9E-AE89BF0D3AB7}"/>
              </a:ext>
            </a:extLst>
          </p:cNvPr>
          <p:cNvSpPr>
            <a:spLocks noGrp="1"/>
          </p:cNvSpPr>
          <p:nvPr>
            <p:ph sz="half" idx="2" hasCustomPrompt="1"/>
          </p:nvPr>
        </p:nvSpPr>
        <p:spPr>
          <a:xfrm>
            <a:off x="432001" y="2096752"/>
            <a:ext cx="4434840" cy="4092911"/>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10" name="Content Placeholder 5">
            <a:extLst>
              <a:ext uri="{FF2B5EF4-FFF2-40B4-BE49-F238E27FC236}">
                <a16:creationId xmlns:a16="http://schemas.microsoft.com/office/drawing/2014/main" id="{2C699014-D902-4E9A-80CD-8D2BCFE67097}"/>
              </a:ext>
            </a:extLst>
          </p:cNvPr>
          <p:cNvSpPr>
            <a:spLocks noGrp="1"/>
          </p:cNvSpPr>
          <p:nvPr>
            <p:ph sz="quarter" idx="4" hasCustomPrompt="1"/>
          </p:nvPr>
        </p:nvSpPr>
        <p:spPr>
          <a:xfrm>
            <a:off x="5195160" y="2096752"/>
            <a:ext cx="4434840" cy="4092911"/>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extLst>
      <p:ext uri="{BB962C8B-B14F-4D97-AF65-F5344CB8AC3E}">
        <p14:creationId xmlns:p14="http://schemas.microsoft.com/office/powerpoint/2010/main" val="8634682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a:xfrm>
            <a:off x="432000" y="6356350"/>
            <a:ext cx="4114800" cy="365125"/>
          </a:xfrm>
        </p:spPr>
        <p:txBody>
          <a:bodyPr rtlCol="0"/>
          <a:lstStyle/>
          <a:p>
            <a:pPr rtl="0"/>
            <a:r>
              <a:rPr lang="en-GB" noProof="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rtlCol="0"/>
          <a:lstStyle/>
          <a:p>
            <a:pPr rtl="0"/>
            <a:fld id="{19B51A1E-902D-48AF-9020-955120F399B6}" type="slidenum">
              <a:rPr lang="en-GB" noProof="0" smtClean="0"/>
              <a:pPr/>
              <a:t>‹#›</a:t>
            </a:fld>
            <a:endParaRPr lang="en-GB" noProof="0"/>
          </a:p>
        </p:txBody>
      </p:sp>
      <p:sp>
        <p:nvSpPr>
          <p:cNvPr id="8" name="Title 1">
            <a:extLst>
              <a:ext uri="{FF2B5EF4-FFF2-40B4-BE49-F238E27FC236}">
                <a16:creationId xmlns:a16="http://schemas.microsoft.com/office/drawing/2014/main" id="{AC67C685-BABE-4B77-8C5E-B39B093D3AEA}"/>
              </a:ext>
            </a:extLst>
          </p:cNvPr>
          <p:cNvSpPr>
            <a:spLocks noGrp="1"/>
          </p:cNvSpPr>
          <p:nvPr>
            <p:ph type="title"/>
          </p:nvPr>
        </p:nvSpPr>
        <p:spPr>
          <a:xfrm>
            <a:off x="432001" y="457200"/>
            <a:ext cx="3159612" cy="1600200"/>
          </a:xfrm>
        </p:spPr>
        <p:txBody>
          <a:bodyPr rtlCol="0" anchor="b"/>
          <a:lstStyle>
            <a:lvl1pPr>
              <a:defRPr sz="2800"/>
            </a:lvl1pPr>
          </a:lstStyle>
          <a:p>
            <a:pPr rtl="0"/>
            <a:r>
              <a:rPr lang="en-GB" noProof="0"/>
              <a:t>Click to edit Master title style</a:t>
            </a:r>
          </a:p>
        </p:txBody>
      </p:sp>
      <p:sp>
        <p:nvSpPr>
          <p:cNvPr id="9" name="Text Placeholder 3">
            <a:extLst>
              <a:ext uri="{FF2B5EF4-FFF2-40B4-BE49-F238E27FC236}">
                <a16:creationId xmlns:a16="http://schemas.microsoft.com/office/drawing/2014/main" id="{0B6B7795-36CC-459B-AE8B-7FB2F40AF37C}"/>
              </a:ext>
            </a:extLst>
          </p:cNvPr>
          <p:cNvSpPr>
            <a:spLocks noGrp="1"/>
          </p:cNvSpPr>
          <p:nvPr>
            <p:ph type="body" sz="half" idx="2" hasCustomPrompt="1"/>
          </p:nvPr>
        </p:nvSpPr>
        <p:spPr>
          <a:xfrm>
            <a:off x="432001" y="2057400"/>
            <a:ext cx="3159612" cy="4126584"/>
          </a:xfrm>
        </p:spPr>
        <p:txBody>
          <a:bodyPr rtlCol="0"/>
          <a:lstStyle>
            <a:lvl1pPr marL="0" indent="0">
              <a:buFont typeface="Arial" panose="020B0604020202020204" pitchFamily="34" charse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noProof="0"/>
              <a:t>Edit Master text styles</a:t>
            </a:r>
          </a:p>
        </p:txBody>
      </p:sp>
      <p:sp>
        <p:nvSpPr>
          <p:cNvPr id="10" name="Content Placeholder 2">
            <a:extLst>
              <a:ext uri="{FF2B5EF4-FFF2-40B4-BE49-F238E27FC236}">
                <a16:creationId xmlns:a16="http://schemas.microsoft.com/office/drawing/2014/main" id="{79F53EF1-D412-467C-B7CE-30536F140AE1}"/>
              </a:ext>
            </a:extLst>
          </p:cNvPr>
          <p:cNvSpPr>
            <a:spLocks noGrp="1"/>
          </p:cNvSpPr>
          <p:nvPr>
            <p:ph idx="1" hasCustomPrompt="1"/>
          </p:nvPr>
        </p:nvSpPr>
        <p:spPr>
          <a:xfrm>
            <a:off x="3770722" y="457201"/>
            <a:ext cx="6023727" cy="5726784"/>
          </a:xfrm>
        </p:spPr>
        <p:txBody>
          <a:bodyPr rtlCol="0"/>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extLst>
      <p:ext uri="{BB962C8B-B14F-4D97-AF65-F5344CB8AC3E}">
        <p14:creationId xmlns:p14="http://schemas.microsoft.com/office/powerpoint/2010/main" val="38720005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a:xfrm>
            <a:off x="432000" y="6356350"/>
            <a:ext cx="4114800" cy="365125"/>
          </a:xfrm>
        </p:spPr>
        <p:txBody>
          <a:bodyPr rtlCol="0"/>
          <a:lstStyle/>
          <a:p>
            <a:pPr rtl="0"/>
            <a:r>
              <a:rPr lang="en-GB" noProof="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rtlCol="0"/>
          <a:lstStyle/>
          <a:p>
            <a:pPr rtl="0"/>
            <a:fld id="{19B51A1E-902D-48AF-9020-955120F399B6}" type="slidenum">
              <a:rPr lang="en-GB" noProof="0" smtClean="0"/>
              <a:pPr/>
              <a:t>‹#›</a:t>
            </a:fld>
            <a:endParaRPr lang="en-GB" noProof="0"/>
          </a:p>
        </p:txBody>
      </p:sp>
      <p:sp>
        <p:nvSpPr>
          <p:cNvPr id="8" name="Title 1">
            <a:extLst>
              <a:ext uri="{FF2B5EF4-FFF2-40B4-BE49-F238E27FC236}">
                <a16:creationId xmlns:a16="http://schemas.microsoft.com/office/drawing/2014/main" id="{AC67C685-BABE-4B77-8C5E-B39B093D3AEA}"/>
              </a:ext>
            </a:extLst>
          </p:cNvPr>
          <p:cNvSpPr>
            <a:spLocks noGrp="1"/>
          </p:cNvSpPr>
          <p:nvPr>
            <p:ph type="title"/>
          </p:nvPr>
        </p:nvSpPr>
        <p:spPr>
          <a:xfrm>
            <a:off x="432001" y="457200"/>
            <a:ext cx="3159612" cy="1600200"/>
          </a:xfrm>
        </p:spPr>
        <p:txBody>
          <a:bodyPr rtlCol="0" anchor="b"/>
          <a:lstStyle>
            <a:lvl1pPr>
              <a:defRPr sz="2800"/>
            </a:lvl1pPr>
          </a:lstStyle>
          <a:p>
            <a:pPr rtl="0"/>
            <a:r>
              <a:rPr lang="en-GB" noProof="0"/>
              <a:t>Click to edit Master title style</a:t>
            </a:r>
          </a:p>
        </p:txBody>
      </p:sp>
      <p:sp>
        <p:nvSpPr>
          <p:cNvPr id="9" name="Text Placeholder 3">
            <a:extLst>
              <a:ext uri="{FF2B5EF4-FFF2-40B4-BE49-F238E27FC236}">
                <a16:creationId xmlns:a16="http://schemas.microsoft.com/office/drawing/2014/main" id="{0B6B7795-36CC-459B-AE8B-7FB2F40AF37C}"/>
              </a:ext>
            </a:extLst>
          </p:cNvPr>
          <p:cNvSpPr>
            <a:spLocks noGrp="1"/>
          </p:cNvSpPr>
          <p:nvPr>
            <p:ph type="body" sz="half" idx="2" hasCustomPrompt="1"/>
          </p:nvPr>
        </p:nvSpPr>
        <p:spPr>
          <a:xfrm>
            <a:off x="432001" y="2057400"/>
            <a:ext cx="3159612" cy="4126584"/>
          </a:xfrm>
        </p:spPr>
        <p:txBody>
          <a:bodyPr rtlCol="0"/>
          <a:lstStyle>
            <a:lvl1pPr marL="0" indent="0">
              <a:buFont typeface="Arial" panose="020B0604020202020204" pitchFamily="34" charse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noProof="0"/>
              <a:t>Edit Master text styles</a:t>
            </a:r>
          </a:p>
        </p:txBody>
      </p:sp>
      <p:sp>
        <p:nvSpPr>
          <p:cNvPr id="12" name="Picture Placeholder 2">
            <a:extLst>
              <a:ext uri="{FF2B5EF4-FFF2-40B4-BE49-F238E27FC236}">
                <a16:creationId xmlns:a16="http://schemas.microsoft.com/office/drawing/2014/main" id="{10319378-269C-406E-9B84-FCF22DA02EFF}"/>
              </a:ext>
            </a:extLst>
          </p:cNvPr>
          <p:cNvSpPr>
            <a:spLocks noGrp="1"/>
          </p:cNvSpPr>
          <p:nvPr>
            <p:ph type="pic" idx="1"/>
          </p:nvPr>
        </p:nvSpPr>
        <p:spPr>
          <a:xfrm>
            <a:off x="3788021" y="457201"/>
            <a:ext cx="5949868" cy="5726784"/>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GB" noProof="0"/>
              <a:t>Click icon to add picture</a:t>
            </a:r>
          </a:p>
        </p:txBody>
      </p:sp>
    </p:spTree>
    <p:extLst>
      <p:ext uri="{BB962C8B-B14F-4D97-AF65-F5344CB8AC3E}">
        <p14:creationId xmlns:p14="http://schemas.microsoft.com/office/powerpoint/2010/main" val="3021472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rtlCol="0"/>
          <a:lstStyle>
            <a:lvl1pPr>
              <a:defRPr>
                <a:solidFill>
                  <a:schemeClr val="tx1"/>
                </a:solidFill>
              </a:defRPr>
            </a:lvl1pPr>
          </a:lstStyle>
          <a:p>
            <a:pPr rtl="0"/>
            <a:r>
              <a:rPr lang="en-GB" noProof="0"/>
              <a:t>Click to edit page title</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rtlCol="0"/>
          <a:lstStyle/>
          <a:p>
            <a:pPr rtl="0"/>
            <a:r>
              <a:rPr lang="en-GB" noProof="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rtlCol="0"/>
          <a:lstStyle/>
          <a:p>
            <a:pPr rtl="0"/>
            <a:fld id="{19B51A1E-902D-48AF-9020-955120F399B6}" type="slidenum">
              <a:rPr lang="en-GB" noProof="0" smtClean="0"/>
              <a:pPr/>
              <a:t>‹#›</a:t>
            </a:fld>
            <a:endParaRPr lang="en-GB" noProof="0"/>
          </a:p>
        </p:txBody>
      </p:sp>
    </p:spTree>
    <p:extLst>
      <p:ext uri="{BB962C8B-B14F-4D97-AF65-F5344CB8AC3E}">
        <p14:creationId xmlns:p14="http://schemas.microsoft.com/office/powerpoint/2010/main" val="1537796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rtlCol="0"/>
          <a:lstStyle/>
          <a:p>
            <a:pPr rtl="0"/>
            <a:r>
              <a:rPr lang="en-GB" noProof="0"/>
              <a:t>Add a footer</a:t>
            </a:r>
          </a:p>
        </p:txBody>
      </p:sp>
      <p:sp>
        <p:nvSpPr>
          <p:cNvPr id="3" name="Slide Number Placeholder 2">
            <a:extLst>
              <a:ext uri="{FF2B5EF4-FFF2-40B4-BE49-F238E27FC236}">
                <a16:creationId xmlns:a16="http://schemas.microsoft.com/office/drawing/2014/main" id="{2310D190-B83D-438A-91BC-470C41B22A29}"/>
              </a:ext>
            </a:extLst>
          </p:cNvPr>
          <p:cNvSpPr>
            <a:spLocks noGrp="1"/>
          </p:cNvSpPr>
          <p:nvPr>
            <p:ph type="sldNum" sz="quarter" idx="13"/>
          </p:nvPr>
        </p:nvSpPr>
        <p:spPr/>
        <p:txBody>
          <a:bodyPr rtlCol="0"/>
          <a:lstStyle/>
          <a:p>
            <a:pPr rtl="0"/>
            <a:fld id="{19B51A1E-902D-48AF-9020-955120F399B6}" type="slidenum">
              <a:rPr lang="en-GB" noProof="0" smtClean="0"/>
              <a:pPr/>
              <a:t>‹#›</a:t>
            </a:fld>
            <a:endParaRPr lang="en-GB" noProof="0"/>
          </a:p>
        </p:txBody>
      </p:sp>
    </p:spTree>
    <p:extLst>
      <p:ext uri="{BB962C8B-B14F-4D97-AF65-F5344CB8AC3E}">
        <p14:creationId xmlns:p14="http://schemas.microsoft.com/office/powerpoint/2010/main" val="1139767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2C8D0EF-1DB6-4ADC-8F31-5AE53BF5EAF4}"/>
              </a:ext>
            </a:extLst>
          </p:cNvPr>
          <p:cNvSpPr/>
          <p:nvPr userDrawn="1"/>
        </p:nvSpPr>
        <p:spPr>
          <a:xfrm>
            <a:off x="69274" y="66963"/>
            <a:ext cx="9911201" cy="67273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7" name="Rectangle 6">
            <a:extLst>
              <a:ext uri="{FF2B5EF4-FFF2-40B4-BE49-F238E27FC236}">
                <a16:creationId xmlns:a16="http://schemas.microsoft.com/office/drawing/2014/main" id="{62F208ED-79A0-4B2C-A5EE-9D27466BCA3F}"/>
              </a:ext>
            </a:extLst>
          </p:cNvPr>
          <p:cNvSpPr/>
          <p:nvPr userDrawn="1"/>
        </p:nvSpPr>
        <p:spPr>
          <a:xfrm>
            <a:off x="11407775" y="6356350"/>
            <a:ext cx="784225" cy="3651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9198116" cy="432000"/>
          </a:xfrm>
          <a:prstGeom prst="rect">
            <a:avLst/>
          </a:prstGeom>
        </p:spPr>
        <p:txBody>
          <a:bodyPr vert="horz" lIns="0" tIns="0" rIns="0" bIns="0" rtlCol="0" anchor="ctr">
            <a:noAutofit/>
          </a:bodyPr>
          <a:lstStyle/>
          <a:p>
            <a:pPr rtl="0"/>
            <a:r>
              <a:rPr lang="en-GB" noProof="0"/>
              <a:t>Click to edit page title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512000"/>
            <a:ext cx="9198116" cy="4679250"/>
          </a:xfrm>
          <a:prstGeom prst="rect">
            <a:avLst/>
          </a:prstGeom>
        </p:spPr>
        <p:txBody>
          <a:bodyPr vert="horz" lIns="0" tIns="0" rIns="0" bIns="0" rtlCol="0">
            <a:noAutofit/>
          </a:body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56350"/>
            <a:ext cx="4114800" cy="365125"/>
          </a:xfrm>
          <a:prstGeom prst="rect">
            <a:avLst/>
          </a:prstGeom>
        </p:spPr>
        <p:txBody>
          <a:bodyPr vert="horz" lIns="0" tIns="0" rIns="0" bIns="0" rtlCol="0" anchor="ctr"/>
          <a:lstStyle>
            <a:lvl1pPr algn="l">
              <a:defRPr sz="1200" i="1">
                <a:solidFill>
                  <a:schemeClr val="tx1">
                    <a:lumMod val="75000"/>
                    <a:lumOff val="25000"/>
                  </a:schemeClr>
                </a:solidFill>
                <a:latin typeface="Times New Roman" panose="02020603050405020304" pitchFamily="18" charset="0"/>
                <a:cs typeface="Times New Roman" panose="02020603050405020304" pitchFamily="18" charset="0"/>
              </a:defRPr>
            </a:lvl1pPr>
          </a:lstStyle>
          <a:p>
            <a:pPr rtl="0"/>
            <a:r>
              <a:rPr lang="en-GB" noProof="0"/>
              <a:t>Add a footer</a:t>
            </a:r>
          </a:p>
        </p:txBody>
      </p:sp>
      <p:sp>
        <p:nvSpPr>
          <p:cNvPr id="6" name="Slide Number Placeholder 5">
            <a:extLst>
              <a:ext uri="{FF2B5EF4-FFF2-40B4-BE49-F238E27FC236}">
                <a16:creationId xmlns:a16="http://schemas.microsoft.com/office/drawing/2014/main" id="{5ECA3099-A94F-4C3E-BC29-780EDD38F722}"/>
              </a:ext>
            </a:extLst>
          </p:cNvPr>
          <p:cNvSpPr>
            <a:spLocks noGrp="1"/>
          </p:cNvSpPr>
          <p:nvPr>
            <p:ph type="sldNum" sz="quarter" idx="4"/>
          </p:nvPr>
        </p:nvSpPr>
        <p:spPr>
          <a:xfrm>
            <a:off x="11447502" y="6401750"/>
            <a:ext cx="278418" cy="274324"/>
          </a:xfrm>
          <a:prstGeom prst="rect">
            <a:avLst/>
          </a:prstGeom>
        </p:spPr>
        <p:txBody>
          <a:bodyPr vert="horz" lIns="0" tIns="0" rIns="0" bIns="0" rtlCol="0" anchor="ctr"/>
          <a:lstStyle>
            <a:lvl1pPr algn="ctr">
              <a:defRPr sz="1200" i="1">
                <a:solidFill>
                  <a:schemeClr val="bg1"/>
                </a:solidFill>
              </a:defRPr>
            </a:lvl1pPr>
          </a:lstStyle>
          <a:p>
            <a:pPr rtl="0"/>
            <a:fld id="{19B51A1E-902D-48AF-9020-955120F399B6}" type="slidenum">
              <a:rPr lang="en-GB" noProof="0" smtClean="0"/>
              <a:pPr/>
              <a:t>‹#›</a:t>
            </a:fld>
            <a:endParaRPr lang="en-GB" noProof="0"/>
          </a:p>
        </p:txBody>
      </p:sp>
      <p:sp>
        <p:nvSpPr>
          <p:cNvPr id="4" name="TextBox 3">
            <a:extLst>
              <a:ext uri="{FF2B5EF4-FFF2-40B4-BE49-F238E27FC236}">
                <a16:creationId xmlns:a16="http://schemas.microsoft.com/office/drawing/2014/main" id="{34FDC6F9-37F9-4E25-AECA-D307B8421C73}"/>
              </a:ext>
            </a:extLst>
          </p:cNvPr>
          <p:cNvSpPr txBox="1"/>
          <p:nvPr userDrawn="1"/>
        </p:nvSpPr>
        <p:spPr>
          <a:xfrm>
            <a:off x="9630116" y="6346108"/>
            <a:ext cx="1662546" cy="404658"/>
          </a:xfrm>
          <a:prstGeom prst="rect">
            <a:avLst/>
          </a:prstGeom>
          <a:noFill/>
        </p:spPr>
        <p:txBody>
          <a:bodyPr wrap="square" lIns="0" tIns="36000" rIns="0" bIns="0" rtlCol="0">
            <a:spAutoFit/>
          </a:bodyPr>
          <a:lstStyle/>
          <a:p>
            <a:pPr algn="r" rtl="0">
              <a:lnSpc>
                <a:spcPts val="1400"/>
              </a:lnSpc>
            </a:pPr>
            <a:r>
              <a:rPr lang="en-GB" sz="1600" b="1" spc="-100" dirty="0">
                <a:solidFill>
                  <a:schemeClr val="tx1">
                    <a:lumMod val="50000"/>
                    <a:lumOff val="50000"/>
                  </a:schemeClr>
                </a:solidFill>
                <a:latin typeface="Corbel" panose="020B0503020204020204" pitchFamily="34" charset="0"/>
              </a:rPr>
              <a:t>Falmouth</a:t>
            </a:r>
            <a:br>
              <a:rPr lang="en-GB" sz="1600" b="1" spc="-100" dirty="0">
                <a:solidFill>
                  <a:schemeClr val="accent1"/>
                </a:solidFill>
                <a:latin typeface="Corbel" panose="020B0503020204020204" pitchFamily="34" charset="0"/>
              </a:rPr>
            </a:br>
            <a:r>
              <a:rPr lang="en-GB" sz="1600" b="1" spc="-100" dirty="0">
                <a:latin typeface="Corbel" panose="020B0503020204020204" pitchFamily="34" charset="0"/>
              </a:rPr>
              <a:t>University</a:t>
            </a:r>
            <a:endParaRPr lang="en-GB" sz="1600" b="1" spc="-100" dirty="0">
              <a:solidFill>
                <a:schemeClr val="tx1"/>
              </a:solidFill>
              <a:latin typeface="Corbel" panose="020B0503020204020204" pitchFamily="34" charset="0"/>
            </a:endParaRPr>
          </a:p>
        </p:txBody>
      </p:sp>
      <p:sp>
        <p:nvSpPr>
          <p:cNvPr id="8" name="Rectangle 7">
            <a:extLst>
              <a:ext uri="{FF2B5EF4-FFF2-40B4-BE49-F238E27FC236}">
                <a16:creationId xmlns:a16="http://schemas.microsoft.com/office/drawing/2014/main" id="{6B322F68-670D-45A0-A54F-7E70BCEAED3F}"/>
              </a:ext>
            </a:extLst>
          </p:cNvPr>
          <p:cNvSpPr/>
          <p:nvPr userDrawn="1"/>
        </p:nvSpPr>
        <p:spPr>
          <a:xfrm>
            <a:off x="0" y="6794309"/>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Rectangle 9">
            <a:extLst>
              <a:ext uri="{FF2B5EF4-FFF2-40B4-BE49-F238E27FC236}">
                <a16:creationId xmlns:a16="http://schemas.microsoft.com/office/drawing/2014/main" id="{E69B5F15-353A-4344-8D61-F4E25AA9FB6C}"/>
              </a:ext>
            </a:extLst>
          </p:cNvPr>
          <p:cNvSpPr/>
          <p:nvPr userDrawn="1"/>
        </p:nvSpPr>
        <p:spPr>
          <a:xfrm>
            <a:off x="0" y="0"/>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Rectangle 10">
            <a:extLst>
              <a:ext uri="{FF2B5EF4-FFF2-40B4-BE49-F238E27FC236}">
                <a16:creationId xmlns:a16="http://schemas.microsoft.com/office/drawing/2014/main" id="{2FA0C0AA-FCE8-4A7F-928A-54C96BBA9053}"/>
              </a:ext>
            </a:extLst>
          </p:cNvPr>
          <p:cNvSpPr/>
          <p:nvPr userDrawn="1"/>
        </p:nvSpPr>
        <p:spPr>
          <a:xfrm rot="5400000">
            <a:off x="-3378441" y="3410285"/>
            <a:ext cx="6826157" cy="692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58" r:id="rId4"/>
    <p:sldLayoutId id="2147483665" r:id="rId5"/>
    <p:sldLayoutId id="2147483659" r:id="rId6"/>
    <p:sldLayoutId id="2147483660" r:id="rId7"/>
    <p:sldLayoutId id="2147483664" r:id="rId8"/>
    <p:sldLayoutId id="2147483650" r:id="rId9"/>
    <p:sldLayoutId id="2147483656" r:id="rId10"/>
    <p:sldLayoutId id="2147483657" r:id="rId11"/>
    <p:sldLayoutId id="2147483654" r:id="rId12"/>
    <p:sldLayoutId id="2147483666" r:id="rId13"/>
    <p:sldLayoutId id="2147483667" r:id="rId14"/>
    <p:sldLayoutId id="2147483668" r:id="rId15"/>
    <p:sldLayoutId id="2147483669" r:id="rId16"/>
    <p:sldLayoutId id="2147483670" r:id="rId17"/>
    <p:sldLayoutId id="2147483671" r:id="rId18"/>
    <p:sldLayoutId id="2147483672" r:id="rId19"/>
    <p:sldLayoutId id="2147483655" r:id="rId20"/>
  </p:sldLayoutIdLst>
  <p:hf hdr="0" ftr="0" dt="0"/>
  <p:txStyles>
    <p:title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2.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2.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2.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3.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5.png"/><Relationship Id="rId11" Type="http://schemas.openxmlformats.org/officeDocument/2006/relationships/image" Target="../media/image10.png"/><Relationship Id="rId5" Type="http://schemas.microsoft.com/office/2007/relationships/hdphoto" Target="../media/hdphoto1.wdp"/><Relationship Id="rId10" Type="http://schemas.openxmlformats.org/officeDocument/2006/relationships/image" Target="../media/image9.png"/><Relationship Id="rId4" Type="http://schemas.openxmlformats.org/officeDocument/2006/relationships/image" Target="../media/image1.png"/><Relationship Id="rId9"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chart" Target="../charts/chart1.xml"/><Relationship Id="rId5" Type="http://schemas.openxmlformats.org/officeDocument/2006/relationships/image" Target="../media/image11.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2.pn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png"/><Relationship Id="rId7" Type="http://schemas.openxmlformats.org/officeDocument/2006/relationships/diagramQuickStyle" Target="../diagrams/quickStyle1.xml"/><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diagramLayout" Target="../diagrams/layout1.xml"/><Relationship Id="rId5" Type="http://schemas.openxmlformats.org/officeDocument/2006/relationships/diagramData" Target="../diagrams/data1.xml"/><Relationship Id="rId4" Type="http://schemas.microsoft.com/office/2007/relationships/hdphoto" Target="../media/hdphoto1.wdp"/><Relationship Id="rId9" Type="http://schemas.microsoft.com/office/2007/relationships/diagramDrawing" Target="../diagrams/drawing1.xml"/></Relationships>
</file>

<file path=ppt/slides/_rels/slide16.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1.png"/><Relationship Id="rId7" Type="http://schemas.openxmlformats.org/officeDocument/2006/relationships/diagramQuickStyle" Target="../diagrams/quickStyle2.xml"/><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diagramLayout" Target="../diagrams/layout2.xml"/><Relationship Id="rId5" Type="http://schemas.openxmlformats.org/officeDocument/2006/relationships/diagramData" Target="../diagrams/data2.xml"/><Relationship Id="rId4" Type="http://schemas.microsoft.com/office/2007/relationships/hdphoto" Target="../media/hdphoto1.wdp"/><Relationship Id="rId9" Type="http://schemas.microsoft.com/office/2007/relationships/diagramDrawing" Target="../diagrams/drawing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2.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1.png"/><Relationship Id="rId7" Type="http://schemas.openxmlformats.org/officeDocument/2006/relationships/diagramQuickStyle" Target="../diagrams/quickStyle3.xml"/><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diagramLayout" Target="../diagrams/layout3.xml"/><Relationship Id="rId5" Type="http://schemas.openxmlformats.org/officeDocument/2006/relationships/diagramData" Target="../diagrams/data3.xml"/><Relationship Id="rId4" Type="http://schemas.microsoft.com/office/2007/relationships/hdphoto" Target="../media/hdphoto1.wdp"/><Relationship Id="rId9" Type="http://schemas.microsoft.com/office/2007/relationships/diagramDrawing" Target="../diagrams/drawing3.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2.png"/><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E2F2BFDF-E9F2-4569-A9F2-E1FFCB7FB82D}"/>
              </a:ext>
            </a:extLst>
          </p:cNvPr>
          <p:cNvSpPr txBox="1"/>
          <p:nvPr/>
        </p:nvSpPr>
        <p:spPr>
          <a:xfrm>
            <a:off x="5205663" y="3941638"/>
            <a:ext cx="1879577" cy="404658"/>
          </a:xfrm>
          <a:prstGeom prst="rect">
            <a:avLst/>
          </a:prstGeom>
          <a:noFill/>
        </p:spPr>
        <p:txBody>
          <a:bodyPr wrap="square" lIns="0" tIns="36000" rIns="0" bIns="0" rtlCol="0">
            <a:spAutoFit/>
          </a:bodyPr>
          <a:lstStyle/>
          <a:p>
            <a:pPr algn="r" rtl="0">
              <a:lnSpc>
                <a:spcPts val="1400"/>
              </a:lnSpc>
            </a:pPr>
            <a:r>
              <a:rPr lang="en-GB" sz="1600" b="1" spc="-100" dirty="0">
                <a:solidFill>
                  <a:schemeClr val="tx1">
                    <a:lumMod val="50000"/>
                    <a:lumOff val="50000"/>
                  </a:schemeClr>
                </a:solidFill>
                <a:latin typeface="Corbel" panose="020B0503020204020204" pitchFamily="34" charset="0"/>
              </a:rPr>
              <a:t>Falmouth</a:t>
            </a:r>
            <a:br>
              <a:rPr lang="en-GB" sz="1600" b="1" spc="-100" dirty="0">
                <a:solidFill>
                  <a:schemeClr val="accent1"/>
                </a:solidFill>
                <a:latin typeface="Corbel" panose="020B0503020204020204" pitchFamily="34" charset="0"/>
              </a:rPr>
            </a:br>
            <a:r>
              <a:rPr lang="en-GB" sz="1600" b="1" spc="-100" dirty="0">
                <a:latin typeface="Corbel" panose="020B0503020204020204" pitchFamily="34" charset="0"/>
              </a:rPr>
              <a:t>University</a:t>
            </a:r>
            <a:endParaRPr lang="en-GB" sz="1600" b="1" spc="-100" dirty="0">
              <a:solidFill>
                <a:schemeClr val="tx1"/>
              </a:solidFill>
              <a:latin typeface="Corbel" panose="020B0503020204020204" pitchFamily="34" charset="0"/>
            </a:endParaRPr>
          </a:p>
        </p:txBody>
      </p:sp>
      <p:sp>
        <p:nvSpPr>
          <p:cNvPr id="3" name="Title 2">
            <a:extLst>
              <a:ext uri="{FF2B5EF4-FFF2-40B4-BE49-F238E27FC236}">
                <a16:creationId xmlns:a16="http://schemas.microsoft.com/office/drawing/2014/main" id="{200B3D2B-613A-41BE-987D-E6A1324B456D}"/>
              </a:ext>
            </a:extLst>
          </p:cNvPr>
          <p:cNvSpPr>
            <a:spLocks noGrp="1"/>
          </p:cNvSpPr>
          <p:nvPr>
            <p:ph type="ctrTitle"/>
          </p:nvPr>
        </p:nvSpPr>
        <p:spPr/>
        <p:txBody>
          <a:bodyPr rtlCol="0"/>
          <a:lstStyle/>
          <a:p>
            <a:pPr rtl="0"/>
            <a:r>
              <a:rPr lang="en-GB" dirty="0"/>
              <a:t>Dissertation: Presentation</a:t>
            </a:r>
          </a:p>
        </p:txBody>
      </p:sp>
      <p:sp>
        <p:nvSpPr>
          <p:cNvPr id="5" name="Title 2">
            <a:extLst>
              <a:ext uri="{FF2B5EF4-FFF2-40B4-BE49-F238E27FC236}">
                <a16:creationId xmlns:a16="http://schemas.microsoft.com/office/drawing/2014/main" id="{B368B869-281F-36D1-A2B2-1BE9B8447C97}"/>
              </a:ext>
            </a:extLst>
          </p:cNvPr>
          <p:cNvSpPr txBox="1">
            <a:spLocks/>
          </p:cNvSpPr>
          <p:nvPr/>
        </p:nvSpPr>
        <p:spPr>
          <a:xfrm>
            <a:off x="188323" y="232229"/>
            <a:ext cx="8457867" cy="3196771"/>
          </a:xfrm>
          <a:prstGeom prst="rect">
            <a:avLst/>
          </a:prstGeom>
        </p:spPr>
        <p:txBody>
          <a:bodyPr vert="horz" lIns="0" tIns="0" rIns="0" bIns="0" rtlCol="0" anchor="b">
            <a:noAutofit/>
          </a:bodyPr>
          <a:lstStyle>
            <a:lvl1pPr algn="r" defTabSz="914400" rtl="0" eaLnBrk="1" latinLnBrk="0" hangingPunct="1">
              <a:lnSpc>
                <a:spcPts val="5000"/>
              </a:lnSpc>
              <a:spcBef>
                <a:spcPct val="0"/>
              </a:spcBef>
              <a:buNone/>
              <a:defRPr sz="6000" b="1" kern="1200" cap="all" spc="-300" baseline="0">
                <a:solidFill>
                  <a:schemeClr val="tx1"/>
                </a:solidFill>
                <a:latin typeface="+mj-lt"/>
                <a:ea typeface="+mj-ea"/>
                <a:cs typeface="+mj-cs"/>
              </a:defRPr>
            </a:lvl1pPr>
          </a:lstStyle>
          <a:p>
            <a:pPr algn="l"/>
            <a:r>
              <a:rPr lang="en-GB" sz="4800" i="1" dirty="0">
                <a:latin typeface="+mn-lt"/>
              </a:rPr>
              <a:t>Developing a YOLO-based system to localise a medicine box in a shelf in different levels of clutter</a:t>
            </a:r>
          </a:p>
        </p:txBody>
      </p:sp>
      <p:sp>
        <p:nvSpPr>
          <p:cNvPr id="6" name="Picture Placeholder 5">
            <a:extLst>
              <a:ext uri="{FF2B5EF4-FFF2-40B4-BE49-F238E27FC236}">
                <a16:creationId xmlns:a16="http://schemas.microsoft.com/office/drawing/2014/main" id="{83C7ABC9-225D-EC23-8B3A-3851227ABA96}"/>
              </a:ext>
            </a:extLst>
          </p:cNvPr>
          <p:cNvSpPr>
            <a:spLocks noGrp="1"/>
          </p:cNvSpPr>
          <p:nvPr>
            <p:ph type="pic" sz="quarter" idx="13"/>
          </p:nvPr>
        </p:nvSpPr>
        <p:spPr/>
        <p:txBody>
          <a:bodyPr/>
          <a:lstStyle/>
          <a:p>
            <a:endParaRPr lang="en-GB"/>
          </a:p>
        </p:txBody>
      </p:sp>
      <p:pic>
        <p:nvPicPr>
          <p:cNvPr id="8" name="Picture 7" descr="A screen shot of a computer&#10;&#10;AI-generated content may be incorrect.">
            <a:extLst>
              <a:ext uri="{FF2B5EF4-FFF2-40B4-BE49-F238E27FC236}">
                <a16:creationId xmlns:a16="http://schemas.microsoft.com/office/drawing/2014/main" id="{4908CFA7-1B4D-CB51-5733-7163FF6D3A3D}"/>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aturation sat="0"/>
                    </a14:imgEffect>
                  </a14:imgLayer>
                </a14:imgProps>
              </a:ext>
            </a:extLst>
          </a:blip>
          <a:srcRect l="14205" t="6232" r="74478" b="45857"/>
          <a:stretch/>
        </p:blipFill>
        <p:spPr>
          <a:xfrm>
            <a:off x="9980613" y="-1"/>
            <a:ext cx="2211523" cy="6857999"/>
          </a:xfrm>
          <a:prstGeom prst="rect">
            <a:avLst/>
          </a:prstGeom>
          <a:ln>
            <a:noFill/>
          </a:ln>
          <a:effectLst>
            <a:outerShdw blurRad="190500" algn="tl" rotWithShape="0">
              <a:srgbClr val="000000">
                <a:alpha val="70000"/>
              </a:srgbClr>
            </a:outerShdw>
          </a:effectLst>
        </p:spPr>
      </p:pic>
      <p:sp>
        <p:nvSpPr>
          <p:cNvPr id="4" name="Subtitle 3">
            <a:extLst>
              <a:ext uri="{FF2B5EF4-FFF2-40B4-BE49-F238E27FC236}">
                <a16:creationId xmlns:a16="http://schemas.microsoft.com/office/drawing/2014/main" id="{4772945D-CA91-4CFE-8EB7-941C7618C994}"/>
              </a:ext>
            </a:extLst>
          </p:cNvPr>
          <p:cNvSpPr>
            <a:spLocks noGrp="1"/>
          </p:cNvSpPr>
          <p:nvPr>
            <p:ph type="subTitle" idx="1"/>
          </p:nvPr>
        </p:nvSpPr>
        <p:spPr/>
        <p:txBody>
          <a:bodyPr rtlCol="0"/>
          <a:lstStyle/>
          <a:p>
            <a:pPr rtl="0"/>
            <a:r>
              <a:rPr lang="en-GB" dirty="0"/>
              <a:t>Victor Alfonso Gamargo Franco</a:t>
            </a:r>
          </a:p>
          <a:p>
            <a:pPr rtl="0"/>
            <a:r>
              <a:rPr lang="en-GB" sz="1400" dirty="0"/>
              <a:t>Computer Science BSc 3</a:t>
            </a:r>
            <a:r>
              <a:rPr lang="en-GB" sz="1400" baseline="30000" dirty="0"/>
              <a:t>rd</a:t>
            </a:r>
            <a:r>
              <a:rPr lang="en-GB" sz="1400" dirty="0"/>
              <a:t> Year</a:t>
            </a:r>
          </a:p>
        </p:txBody>
      </p:sp>
    </p:spTree>
    <p:extLst>
      <p:ext uri="{BB962C8B-B14F-4D97-AF65-F5344CB8AC3E}">
        <p14:creationId xmlns:p14="http://schemas.microsoft.com/office/powerpoint/2010/main" val="3899961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descr="A screen shot of a computer&#10;&#10;AI-generated content may be incorrect.">
            <a:extLst>
              <a:ext uri="{FF2B5EF4-FFF2-40B4-BE49-F238E27FC236}">
                <a16:creationId xmlns:a16="http://schemas.microsoft.com/office/drawing/2014/main" id="{FE7B86A3-EB0A-F184-3241-50A3D5E420C4}"/>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aturation sat="0"/>
                    </a14:imgEffect>
                  </a14:imgLayer>
                </a14:imgProps>
              </a:ext>
            </a:extLst>
          </a:blip>
          <a:srcRect l="14205" t="6232" r="74478" b="45857"/>
          <a:stretch/>
        </p:blipFill>
        <p:spPr>
          <a:xfrm>
            <a:off x="9980613" y="0"/>
            <a:ext cx="2211523" cy="6189830"/>
          </a:xfrm>
          <a:prstGeom prst="rect">
            <a:avLst/>
          </a:prstGeom>
          <a:ln>
            <a:noFill/>
          </a:ln>
          <a:effectLst>
            <a:outerShdw blurRad="190500" algn="tl" rotWithShape="0">
              <a:srgbClr val="000000">
                <a:alpha val="70000"/>
              </a:srgbClr>
            </a:outerShdw>
          </a:effectLst>
        </p:spPr>
      </p:pic>
      <p:pic>
        <p:nvPicPr>
          <p:cNvPr id="12" name="Picture Placeholder 11" descr="A shelf with objects on it&#10;&#10;AI-generated content may be incorrect.">
            <a:extLst>
              <a:ext uri="{FF2B5EF4-FFF2-40B4-BE49-F238E27FC236}">
                <a16:creationId xmlns:a16="http://schemas.microsoft.com/office/drawing/2014/main" id="{E3DBFDDB-ECE7-CD13-FB0D-916EC9789A19}"/>
              </a:ext>
            </a:extLst>
          </p:cNvPr>
          <p:cNvPicPr>
            <a:picLocks noGrp="1" noChangeAspect="1"/>
          </p:cNvPicPr>
          <p:nvPr>
            <p:ph type="pic" sz="quarter" idx="13"/>
          </p:nvPr>
        </p:nvPicPr>
        <p:blipFill>
          <a:blip r:embed="rId5">
            <a:duotone>
              <a:prstClr val="black"/>
              <a:schemeClr val="tx2">
                <a:tint val="45000"/>
                <a:satMod val="400000"/>
              </a:schemeClr>
            </a:duotone>
          </a:blip>
          <a:srcRect t="30908" b="30908"/>
          <a:stretch>
            <a:fillRect/>
          </a:stretch>
        </p:blipFill>
        <p:spPr>
          <a:xfrm>
            <a:off x="69850" y="63500"/>
            <a:ext cx="9910763" cy="6727825"/>
          </a:xfrm>
        </p:spPr>
      </p:pic>
      <p:sp>
        <p:nvSpPr>
          <p:cNvPr id="3" name="Title 2">
            <a:extLst>
              <a:ext uri="{FF2B5EF4-FFF2-40B4-BE49-F238E27FC236}">
                <a16:creationId xmlns:a16="http://schemas.microsoft.com/office/drawing/2014/main" id="{200B3D2B-613A-41BE-987D-E6A1324B456D}"/>
              </a:ext>
            </a:extLst>
          </p:cNvPr>
          <p:cNvSpPr>
            <a:spLocks noGrp="1"/>
          </p:cNvSpPr>
          <p:nvPr>
            <p:ph type="ctrTitle"/>
          </p:nvPr>
        </p:nvSpPr>
        <p:spPr>
          <a:xfrm>
            <a:off x="286990" y="4346296"/>
            <a:ext cx="6798250" cy="1674470"/>
          </a:xfrm>
        </p:spPr>
        <p:txBody>
          <a:bodyPr rtlCol="0" anchor="b">
            <a:normAutofit/>
          </a:bodyPr>
          <a:lstStyle/>
          <a:p>
            <a:pPr rtl="0"/>
            <a:r>
              <a:rPr lang="en-GB" dirty="0"/>
              <a:t>Introduction</a:t>
            </a:r>
          </a:p>
        </p:txBody>
      </p:sp>
      <p:sp>
        <p:nvSpPr>
          <p:cNvPr id="4" name="Subtitle 3">
            <a:extLst>
              <a:ext uri="{FF2B5EF4-FFF2-40B4-BE49-F238E27FC236}">
                <a16:creationId xmlns:a16="http://schemas.microsoft.com/office/drawing/2014/main" id="{4772945D-CA91-4CFE-8EB7-941C7618C994}"/>
              </a:ext>
            </a:extLst>
          </p:cNvPr>
          <p:cNvSpPr>
            <a:spLocks noGrp="1"/>
          </p:cNvSpPr>
          <p:nvPr>
            <p:ph type="subTitle" idx="1"/>
          </p:nvPr>
        </p:nvSpPr>
        <p:spPr>
          <a:xfrm>
            <a:off x="7302380" y="4650539"/>
            <a:ext cx="2203570" cy="1192038"/>
          </a:xfrm>
        </p:spPr>
        <p:txBody>
          <a:bodyPr rtlCol="0" anchor="ctr">
            <a:normAutofit/>
          </a:bodyPr>
          <a:lstStyle/>
          <a:p>
            <a:r>
              <a:rPr lang="en-GB" dirty="0"/>
              <a:t>A brief overview of   my goal</a:t>
            </a:r>
          </a:p>
        </p:txBody>
      </p:sp>
      <p:sp>
        <p:nvSpPr>
          <p:cNvPr id="5" name="Slide Number Placeholder 4">
            <a:extLst>
              <a:ext uri="{FF2B5EF4-FFF2-40B4-BE49-F238E27FC236}">
                <a16:creationId xmlns:a16="http://schemas.microsoft.com/office/drawing/2014/main" id="{BDD5A594-D852-43BB-B591-E9D9027253BD}"/>
              </a:ext>
            </a:extLst>
          </p:cNvPr>
          <p:cNvSpPr>
            <a:spLocks noGrp="1"/>
          </p:cNvSpPr>
          <p:nvPr>
            <p:ph type="sldNum" sz="quarter" idx="11"/>
          </p:nvPr>
        </p:nvSpPr>
        <p:spPr>
          <a:xfrm>
            <a:off x="11447502" y="6401750"/>
            <a:ext cx="278418" cy="274324"/>
          </a:xfrm>
        </p:spPr>
        <p:txBody>
          <a:bodyPr rtlCol="0" anchor="ctr">
            <a:normAutofit/>
          </a:bodyPr>
          <a:lstStyle/>
          <a:p>
            <a:pPr rtl="0">
              <a:spcAft>
                <a:spcPts val="600"/>
              </a:spcAft>
            </a:pPr>
            <a:fld id="{19B51A1E-902D-48AF-9020-955120F399B6}" type="slidenum">
              <a:rPr lang="en-GB" smtClean="0"/>
              <a:pPr rtl="0">
                <a:spcAft>
                  <a:spcPts val="600"/>
                </a:spcAft>
              </a:pPr>
              <a:t>2</a:t>
            </a:fld>
            <a:endParaRPr lang="en-GB"/>
          </a:p>
        </p:txBody>
      </p:sp>
    </p:spTree>
    <p:extLst>
      <p:ext uri="{BB962C8B-B14F-4D97-AF65-F5344CB8AC3E}">
        <p14:creationId xmlns:p14="http://schemas.microsoft.com/office/powerpoint/2010/main" val="4091674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0F281-4FF6-4617-A809-AC9C15ECF18A}"/>
              </a:ext>
            </a:extLst>
          </p:cNvPr>
          <p:cNvSpPr>
            <a:spLocks noGrp="1"/>
          </p:cNvSpPr>
          <p:nvPr>
            <p:ph type="title"/>
          </p:nvPr>
        </p:nvSpPr>
        <p:spPr>
          <a:xfrm>
            <a:off x="436119" y="205740"/>
            <a:ext cx="4204559" cy="432000"/>
          </a:xfrm>
        </p:spPr>
        <p:txBody>
          <a:bodyPr rtlCol="0"/>
          <a:lstStyle/>
          <a:p>
            <a:pPr algn="ctr" rtl="0"/>
            <a:r>
              <a:rPr lang="en-GB" dirty="0"/>
              <a:t>Solving a problem</a:t>
            </a:r>
          </a:p>
        </p:txBody>
      </p:sp>
      <p:sp>
        <p:nvSpPr>
          <p:cNvPr id="4" name="Content Placeholder 3">
            <a:extLst>
              <a:ext uri="{FF2B5EF4-FFF2-40B4-BE49-F238E27FC236}">
                <a16:creationId xmlns:a16="http://schemas.microsoft.com/office/drawing/2014/main" id="{D355C61F-C8F1-4977-8E1F-F16C0D9EA88C}"/>
              </a:ext>
            </a:extLst>
          </p:cNvPr>
          <p:cNvSpPr>
            <a:spLocks noGrp="1"/>
          </p:cNvSpPr>
          <p:nvPr>
            <p:ph sz="half" idx="1"/>
          </p:nvPr>
        </p:nvSpPr>
        <p:spPr>
          <a:xfrm>
            <a:off x="2538399" y="1131570"/>
            <a:ext cx="5184800" cy="3959860"/>
          </a:xfrm>
        </p:spPr>
        <p:txBody>
          <a:bodyPr rtlCol="0"/>
          <a:lstStyle/>
          <a:p>
            <a:pPr marL="0" indent="0" rtl="0">
              <a:buNone/>
            </a:pPr>
            <a:r>
              <a:rPr lang="en-GB" sz="2800" dirty="0"/>
              <a:t>Aiding visual impairment people</a:t>
            </a:r>
          </a:p>
          <a:p>
            <a:pPr rtl="0"/>
            <a:r>
              <a:rPr lang="en-GB" dirty="0"/>
              <a:t>Object detection with YOLO.</a:t>
            </a:r>
          </a:p>
          <a:p>
            <a:pPr lvl="1"/>
            <a:r>
              <a:rPr lang="en-GB" dirty="0"/>
              <a:t>Comparing YOLOv8 and YOLOv11.</a:t>
            </a:r>
          </a:p>
          <a:p>
            <a:pPr rtl="0"/>
            <a:r>
              <a:rPr lang="en-GB" dirty="0"/>
              <a:t>Medicine localisation (in a shelf).</a:t>
            </a:r>
          </a:p>
          <a:p>
            <a:pPr rtl="0"/>
            <a:r>
              <a:rPr lang="en-GB" dirty="0"/>
              <a:t>Object localisation in different levels of clutter:</a:t>
            </a:r>
          </a:p>
          <a:p>
            <a:pPr lvl="1"/>
            <a:r>
              <a:rPr lang="en-GB" dirty="0"/>
              <a:t>Level 0: no clutter.</a:t>
            </a:r>
          </a:p>
          <a:p>
            <a:pPr lvl="1"/>
            <a:r>
              <a:rPr lang="en-GB" dirty="0"/>
              <a:t>Level 1: ~25% (+-10%) clutter.</a:t>
            </a:r>
          </a:p>
          <a:p>
            <a:pPr lvl="1"/>
            <a:r>
              <a:rPr lang="en-GB" dirty="0"/>
              <a:t>Level 2: ~50% (+-10%) clutter.</a:t>
            </a:r>
          </a:p>
          <a:p>
            <a:pPr lvl="1"/>
            <a:r>
              <a:rPr lang="en-GB" dirty="0"/>
              <a:t>Level 3: ~75% (+-10%) clutter.</a:t>
            </a:r>
          </a:p>
          <a:p>
            <a:pPr rtl="0"/>
            <a:endParaRPr lang="en-GB" dirty="0"/>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34"/>
          </p:nvPr>
        </p:nvSpPr>
        <p:spPr/>
        <p:txBody>
          <a:bodyPr rtlCol="0"/>
          <a:lstStyle/>
          <a:p>
            <a:pPr rtl="0"/>
            <a:fld id="{19B51A1E-902D-48AF-9020-955120F399B6}" type="slidenum">
              <a:rPr lang="en-GB" smtClean="0"/>
              <a:pPr rtl="0"/>
              <a:t>3</a:t>
            </a:fld>
            <a:endParaRPr lang="en-GB"/>
          </a:p>
        </p:txBody>
      </p:sp>
      <p:sp>
        <p:nvSpPr>
          <p:cNvPr id="7" name="Picture Placeholder 6">
            <a:extLst>
              <a:ext uri="{FF2B5EF4-FFF2-40B4-BE49-F238E27FC236}">
                <a16:creationId xmlns:a16="http://schemas.microsoft.com/office/drawing/2014/main" id="{E60BB4E8-D31F-4EF4-B071-7436B9776CD4}"/>
              </a:ext>
            </a:extLst>
          </p:cNvPr>
          <p:cNvSpPr>
            <a:spLocks noGrp="1"/>
          </p:cNvSpPr>
          <p:nvPr>
            <p:ph type="pic" sz="quarter" idx="33"/>
          </p:nvPr>
        </p:nvSpPr>
        <p:spPr/>
        <p:txBody>
          <a:bodyPr/>
          <a:lstStyle/>
          <a:p>
            <a:endParaRPr lang="en-GB"/>
          </a:p>
        </p:txBody>
      </p:sp>
      <p:pic>
        <p:nvPicPr>
          <p:cNvPr id="8" name="Picture 7" descr="A screen shot of a computer&#10;&#10;AI-generated content may be incorrect.">
            <a:extLst>
              <a:ext uri="{FF2B5EF4-FFF2-40B4-BE49-F238E27FC236}">
                <a16:creationId xmlns:a16="http://schemas.microsoft.com/office/drawing/2014/main" id="{84C7AEC7-80BA-C7D3-E851-E1C37E9088DF}"/>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aturation sat="0"/>
                    </a14:imgEffect>
                  </a14:imgLayer>
                </a14:imgProps>
              </a:ext>
            </a:extLst>
          </a:blip>
          <a:srcRect l="14205" t="6232" r="74478" b="45857"/>
          <a:stretch/>
        </p:blipFill>
        <p:spPr>
          <a:xfrm>
            <a:off x="9980477" y="0"/>
            <a:ext cx="2211523" cy="62075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329746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0E414-16B0-8B46-FF84-E15AE8AC94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6F475C-48D4-DC4C-DAD8-73088ACF86B1}"/>
              </a:ext>
            </a:extLst>
          </p:cNvPr>
          <p:cNvSpPr>
            <a:spLocks noGrp="1"/>
          </p:cNvSpPr>
          <p:nvPr>
            <p:ph type="title"/>
          </p:nvPr>
        </p:nvSpPr>
        <p:spPr>
          <a:xfrm>
            <a:off x="3993720" y="3043275"/>
            <a:ext cx="4204559" cy="432000"/>
          </a:xfrm>
        </p:spPr>
        <p:txBody>
          <a:bodyPr rtlCol="0"/>
          <a:lstStyle/>
          <a:p>
            <a:pPr algn="ctr" rtl="0"/>
            <a:r>
              <a:rPr lang="en-GB" dirty="0"/>
              <a:t>Motivation</a:t>
            </a:r>
          </a:p>
        </p:txBody>
      </p:sp>
      <p:sp>
        <p:nvSpPr>
          <p:cNvPr id="4" name="Content Placeholder 3">
            <a:extLst>
              <a:ext uri="{FF2B5EF4-FFF2-40B4-BE49-F238E27FC236}">
                <a16:creationId xmlns:a16="http://schemas.microsoft.com/office/drawing/2014/main" id="{94E7DAEB-5A7A-AC83-4D42-495E9C23D2B8}"/>
              </a:ext>
            </a:extLst>
          </p:cNvPr>
          <p:cNvSpPr>
            <a:spLocks noGrp="1"/>
          </p:cNvSpPr>
          <p:nvPr>
            <p:ph sz="half" idx="1"/>
          </p:nvPr>
        </p:nvSpPr>
        <p:spPr>
          <a:xfrm>
            <a:off x="4444999" y="3894570"/>
            <a:ext cx="5184800" cy="2297430"/>
          </a:xfrm>
        </p:spPr>
        <p:txBody>
          <a:bodyPr rtlCol="0"/>
          <a:lstStyle/>
          <a:p>
            <a:pPr marL="0" indent="0" rtl="0">
              <a:buNone/>
            </a:pPr>
            <a:r>
              <a:rPr lang="en-GB" sz="2800" dirty="0"/>
              <a:t>Why am I doing this?</a:t>
            </a:r>
          </a:p>
          <a:p>
            <a:pPr rtl="0"/>
            <a:r>
              <a:rPr lang="en-GB" dirty="0"/>
              <a:t>To help, even a little bit, people with visual problems.</a:t>
            </a:r>
          </a:p>
          <a:p>
            <a:pPr rtl="0"/>
            <a:r>
              <a:rPr lang="en-GB" dirty="0"/>
              <a:t>Learn new and improve my technical skills.</a:t>
            </a:r>
          </a:p>
          <a:p>
            <a:pPr rtl="0"/>
            <a:r>
              <a:rPr lang="en-GB" dirty="0"/>
              <a:t>Help in future projects</a:t>
            </a:r>
          </a:p>
        </p:txBody>
      </p:sp>
      <p:sp>
        <p:nvSpPr>
          <p:cNvPr id="6" name="Slide Number Placeholder 5">
            <a:extLst>
              <a:ext uri="{FF2B5EF4-FFF2-40B4-BE49-F238E27FC236}">
                <a16:creationId xmlns:a16="http://schemas.microsoft.com/office/drawing/2014/main" id="{79E5608E-4A06-48E0-7A4F-B6387DBB44BD}"/>
              </a:ext>
            </a:extLst>
          </p:cNvPr>
          <p:cNvSpPr>
            <a:spLocks noGrp="1"/>
          </p:cNvSpPr>
          <p:nvPr>
            <p:ph type="sldNum" sz="quarter" idx="34"/>
          </p:nvPr>
        </p:nvSpPr>
        <p:spPr/>
        <p:txBody>
          <a:bodyPr rtlCol="0"/>
          <a:lstStyle/>
          <a:p>
            <a:pPr rtl="0"/>
            <a:fld id="{19B51A1E-902D-48AF-9020-955120F399B6}" type="slidenum">
              <a:rPr lang="en-GB" smtClean="0"/>
              <a:pPr rtl="0"/>
              <a:t>4</a:t>
            </a:fld>
            <a:endParaRPr lang="en-GB"/>
          </a:p>
        </p:txBody>
      </p:sp>
      <p:sp>
        <p:nvSpPr>
          <p:cNvPr id="7" name="Picture Placeholder 6">
            <a:extLst>
              <a:ext uri="{FF2B5EF4-FFF2-40B4-BE49-F238E27FC236}">
                <a16:creationId xmlns:a16="http://schemas.microsoft.com/office/drawing/2014/main" id="{C17B5F58-965D-92BE-82BC-70521A5BC422}"/>
              </a:ext>
            </a:extLst>
          </p:cNvPr>
          <p:cNvSpPr>
            <a:spLocks noGrp="1"/>
          </p:cNvSpPr>
          <p:nvPr>
            <p:ph type="pic" sz="quarter" idx="33"/>
          </p:nvPr>
        </p:nvSpPr>
        <p:spPr/>
        <p:txBody>
          <a:bodyPr/>
          <a:lstStyle/>
          <a:p>
            <a:endParaRPr lang="en-GB"/>
          </a:p>
        </p:txBody>
      </p:sp>
      <p:pic>
        <p:nvPicPr>
          <p:cNvPr id="8" name="Picture 7" descr="A screen shot of a computer&#10;&#10;AI-generated content may be incorrect.">
            <a:extLst>
              <a:ext uri="{FF2B5EF4-FFF2-40B4-BE49-F238E27FC236}">
                <a16:creationId xmlns:a16="http://schemas.microsoft.com/office/drawing/2014/main" id="{0DE54B90-67A9-2A42-E9D0-A29A7F260E4F}"/>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aturation sat="0"/>
                    </a14:imgEffect>
                  </a14:imgLayer>
                </a14:imgProps>
              </a:ext>
            </a:extLst>
          </a:blip>
          <a:srcRect l="14205" t="6232" r="74478" b="45857"/>
          <a:stretch/>
        </p:blipFill>
        <p:spPr>
          <a:xfrm>
            <a:off x="9980477" y="0"/>
            <a:ext cx="2211523" cy="62075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970223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0D0EEB-B415-07D0-7CC9-B6DD78E049CB}"/>
            </a:ext>
          </a:extLst>
        </p:cNvPr>
        <p:cNvGrpSpPr/>
        <p:nvPr/>
      </p:nvGrpSpPr>
      <p:grpSpPr>
        <a:xfrm>
          <a:off x="0" y="0"/>
          <a:ext cx="0" cy="0"/>
          <a:chOff x="0" y="0"/>
          <a:chExt cx="0" cy="0"/>
        </a:xfrm>
      </p:grpSpPr>
      <p:pic>
        <p:nvPicPr>
          <p:cNvPr id="14" name="Picture 13" descr="A screen shot of a computer&#10;&#10;AI-generated content may be incorrect.">
            <a:extLst>
              <a:ext uri="{FF2B5EF4-FFF2-40B4-BE49-F238E27FC236}">
                <a16:creationId xmlns:a16="http://schemas.microsoft.com/office/drawing/2014/main" id="{2B4411BB-6708-3A59-D33B-662847CDC44F}"/>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aturation sat="0"/>
                    </a14:imgEffect>
                  </a14:imgLayer>
                </a14:imgProps>
              </a:ext>
            </a:extLst>
          </a:blip>
          <a:srcRect l="14205" t="6232" r="74478" b="45857"/>
          <a:stretch/>
        </p:blipFill>
        <p:spPr>
          <a:xfrm>
            <a:off x="9980613" y="0"/>
            <a:ext cx="2211523" cy="6189830"/>
          </a:xfrm>
          <a:prstGeom prst="rect">
            <a:avLst/>
          </a:prstGeom>
          <a:ln>
            <a:noFill/>
          </a:ln>
          <a:effectLst>
            <a:outerShdw blurRad="190500" algn="tl" rotWithShape="0">
              <a:srgbClr val="000000">
                <a:alpha val="70000"/>
              </a:srgbClr>
            </a:outerShdw>
          </a:effectLst>
        </p:spPr>
      </p:pic>
      <p:pic>
        <p:nvPicPr>
          <p:cNvPr id="12" name="Picture Placeholder 11" descr="A shelf with objects on it&#10;&#10;AI-generated content may be incorrect.">
            <a:extLst>
              <a:ext uri="{FF2B5EF4-FFF2-40B4-BE49-F238E27FC236}">
                <a16:creationId xmlns:a16="http://schemas.microsoft.com/office/drawing/2014/main" id="{3661060A-F029-B63E-604B-A4C19B8F37F4}"/>
              </a:ext>
            </a:extLst>
          </p:cNvPr>
          <p:cNvPicPr>
            <a:picLocks noGrp="1" noChangeAspect="1"/>
          </p:cNvPicPr>
          <p:nvPr>
            <p:ph type="pic" sz="quarter" idx="13"/>
          </p:nvPr>
        </p:nvPicPr>
        <p:blipFill>
          <a:blip r:embed="rId5">
            <a:duotone>
              <a:prstClr val="black"/>
              <a:schemeClr val="tx2">
                <a:tint val="45000"/>
                <a:satMod val="400000"/>
              </a:schemeClr>
            </a:duotone>
          </a:blip>
          <a:srcRect t="30908" b="30908"/>
          <a:stretch>
            <a:fillRect/>
          </a:stretch>
        </p:blipFill>
        <p:spPr>
          <a:xfrm>
            <a:off x="69850" y="63500"/>
            <a:ext cx="9910763" cy="6727825"/>
          </a:xfrm>
        </p:spPr>
      </p:pic>
      <p:sp>
        <p:nvSpPr>
          <p:cNvPr id="3" name="Title 2">
            <a:extLst>
              <a:ext uri="{FF2B5EF4-FFF2-40B4-BE49-F238E27FC236}">
                <a16:creationId xmlns:a16="http://schemas.microsoft.com/office/drawing/2014/main" id="{52C4C603-78A8-E04F-A0C2-580A5A1499F9}"/>
              </a:ext>
            </a:extLst>
          </p:cNvPr>
          <p:cNvSpPr>
            <a:spLocks noGrp="1"/>
          </p:cNvSpPr>
          <p:nvPr>
            <p:ph type="ctrTitle"/>
          </p:nvPr>
        </p:nvSpPr>
        <p:spPr>
          <a:xfrm>
            <a:off x="286990" y="4346296"/>
            <a:ext cx="6798250" cy="1674470"/>
          </a:xfrm>
        </p:spPr>
        <p:txBody>
          <a:bodyPr rtlCol="0" anchor="b">
            <a:normAutofit/>
          </a:bodyPr>
          <a:lstStyle/>
          <a:p>
            <a:pPr rtl="0"/>
            <a:r>
              <a:rPr lang="en-GB" dirty="0"/>
              <a:t>Research</a:t>
            </a:r>
          </a:p>
        </p:txBody>
      </p:sp>
      <p:sp>
        <p:nvSpPr>
          <p:cNvPr id="4" name="Subtitle 3">
            <a:extLst>
              <a:ext uri="{FF2B5EF4-FFF2-40B4-BE49-F238E27FC236}">
                <a16:creationId xmlns:a16="http://schemas.microsoft.com/office/drawing/2014/main" id="{F228110C-27C6-C43C-01D7-D1B380B199F0}"/>
              </a:ext>
            </a:extLst>
          </p:cNvPr>
          <p:cNvSpPr>
            <a:spLocks noGrp="1"/>
          </p:cNvSpPr>
          <p:nvPr>
            <p:ph type="subTitle" idx="1"/>
          </p:nvPr>
        </p:nvSpPr>
        <p:spPr>
          <a:xfrm>
            <a:off x="7302380" y="4650539"/>
            <a:ext cx="2203570" cy="1192038"/>
          </a:xfrm>
        </p:spPr>
        <p:txBody>
          <a:bodyPr rtlCol="0" anchor="ctr">
            <a:normAutofit/>
          </a:bodyPr>
          <a:lstStyle/>
          <a:p>
            <a:r>
              <a:rPr lang="en-GB" dirty="0"/>
              <a:t>Literature review &amp; related work</a:t>
            </a:r>
          </a:p>
        </p:txBody>
      </p:sp>
      <p:sp>
        <p:nvSpPr>
          <p:cNvPr id="5" name="Slide Number Placeholder 4">
            <a:extLst>
              <a:ext uri="{FF2B5EF4-FFF2-40B4-BE49-F238E27FC236}">
                <a16:creationId xmlns:a16="http://schemas.microsoft.com/office/drawing/2014/main" id="{9A895EB2-3E15-2C72-F895-E127B4B44A7E}"/>
              </a:ext>
            </a:extLst>
          </p:cNvPr>
          <p:cNvSpPr>
            <a:spLocks noGrp="1"/>
          </p:cNvSpPr>
          <p:nvPr>
            <p:ph type="sldNum" sz="quarter" idx="11"/>
          </p:nvPr>
        </p:nvSpPr>
        <p:spPr>
          <a:xfrm>
            <a:off x="11447502" y="6401750"/>
            <a:ext cx="278418" cy="274324"/>
          </a:xfrm>
        </p:spPr>
        <p:txBody>
          <a:bodyPr rtlCol="0" anchor="ctr">
            <a:normAutofit/>
          </a:bodyPr>
          <a:lstStyle/>
          <a:p>
            <a:pPr rtl="0">
              <a:spcAft>
                <a:spcPts val="600"/>
              </a:spcAft>
            </a:pPr>
            <a:fld id="{19B51A1E-902D-48AF-9020-955120F399B6}" type="slidenum">
              <a:rPr lang="en-GB" smtClean="0"/>
              <a:pPr rtl="0">
                <a:spcAft>
                  <a:spcPts val="600"/>
                </a:spcAft>
              </a:pPr>
              <a:t>5</a:t>
            </a:fld>
            <a:endParaRPr lang="en-GB"/>
          </a:p>
        </p:txBody>
      </p:sp>
    </p:spTree>
    <p:extLst>
      <p:ext uri="{BB962C8B-B14F-4D97-AF65-F5344CB8AC3E}">
        <p14:creationId xmlns:p14="http://schemas.microsoft.com/office/powerpoint/2010/main" val="774766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9B41A-1D73-0946-2555-F91DB95D7A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DF9401-F009-C2F2-A119-A797519251AE}"/>
              </a:ext>
            </a:extLst>
          </p:cNvPr>
          <p:cNvSpPr>
            <a:spLocks noGrp="1"/>
          </p:cNvSpPr>
          <p:nvPr>
            <p:ph type="title"/>
          </p:nvPr>
        </p:nvSpPr>
        <p:spPr>
          <a:xfrm>
            <a:off x="436119" y="205740"/>
            <a:ext cx="4219701" cy="432000"/>
          </a:xfrm>
        </p:spPr>
        <p:txBody>
          <a:bodyPr rtlCol="0"/>
          <a:lstStyle/>
          <a:p>
            <a:pPr algn="ctr" rtl="0"/>
            <a:r>
              <a:rPr lang="en-GB" dirty="0"/>
              <a:t>Literature review</a:t>
            </a:r>
          </a:p>
        </p:txBody>
      </p:sp>
      <p:sp>
        <p:nvSpPr>
          <p:cNvPr id="4" name="Content Placeholder 3">
            <a:extLst>
              <a:ext uri="{FF2B5EF4-FFF2-40B4-BE49-F238E27FC236}">
                <a16:creationId xmlns:a16="http://schemas.microsoft.com/office/drawing/2014/main" id="{9EC5C8DB-BFBB-5331-BCEA-5951979E6AF6}"/>
              </a:ext>
            </a:extLst>
          </p:cNvPr>
          <p:cNvSpPr>
            <a:spLocks noGrp="1"/>
          </p:cNvSpPr>
          <p:nvPr>
            <p:ph sz="half" idx="1"/>
          </p:nvPr>
        </p:nvSpPr>
        <p:spPr>
          <a:xfrm>
            <a:off x="436120" y="1131570"/>
            <a:ext cx="7287080" cy="4225290"/>
          </a:xfrm>
        </p:spPr>
        <p:txBody>
          <a:bodyPr rtlCol="0"/>
          <a:lstStyle/>
          <a:p>
            <a:pPr marL="0" indent="0" rtl="0">
              <a:buNone/>
            </a:pPr>
            <a:r>
              <a:rPr lang="en-GB" sz="2800" dirty="0"/>
              <a:t>Object detection in assistive technology</a:t>
            </a:r>
          </a:p>
          <a:p>
            <a:pPr rtl="0"/>
            <a:r>
              <a:rPr lang="en-GB" dirty="0"/>
              <a:t>Object detection helps visually impaired individual to be more independent enhancing navigation.</a:t>
            </a:r>
          </a:p>
          <a:p>
            <a:pPr rtl="0"/>
            <a:r>
              <a:rPr lang="en-GB" dirty="0"/>
              <a:t>YOLO models widely used in real-time assistive systems.</a:t>
            </a:r>
          </a:p>
          <a:p>
            <a:pPr rtl="0"/>
            <a:r>
              <a:rPr lang="en-GB" dirty="0"/>
              <a:t>Object detection challenges:</a:t>
            </a:r>
          </a:p>
          <a:p>
            <a:pPr lvl="1"/>
            <a:r>
              <a:rPr lang="en-GB" dirty="0"/>
              <a:t>Object occlusion</a:t>
            </a:r>
          </a:p>
          <a:p>
            <a:pPr lvl="1"/>
            <a:r>
              <a:rPr lang="en-GB" dirty="0"/>
              <a:t>Lighting conditions</a:t>
            </a:r>
          </a:p>
          <a:p>
            <a:pPr lvl="1"/>
            <a:r>
              <a:rPr lang="en-GB" dirty="0"/>
              <a:t>Small object visibility</a:t>
            </a:r>
          </a:p>
          <a:p>
            <a:r>
              <a:rPr lang="en-GB" dirty="0"/>
              <a:t>Some solutions:</a:t>
            </a:r>
          </a:p>
          <a:p>
            <a:pPr lvl="1"/>
            <a:r>
              <a:rPr lang="en-GB" dirty="0"/>
              <a:t>Feature pyramids</a:t>
            </a:r>
          </a:p>
          <a:p>
            <a:pPr lvl="1"/>
            <a:r>
              <a:rPr lang="en-GB" dirty="0"/>
              <a:t>Attention mechanisms</a:t>
            </a:r>
          </a:p>
          <a:p>
            <a:pPr lvl="1"/>
            <a:r>
              <a:rPr lang="en-GB" dirty="0"/>
              <a:t>Domain adaptation</a:t>
            </a:r>
          </a:p>
        </p:txBody>
      </p:sp>
      <p:sp>
        <p:nvSpPr>
          <p:cNvPr id="6" name="Slide Number Placeholder 5">
            <a:extLst>
              <a:ext uri="{FF2B5EF4-FFF2-40B4-BE49-F238E27FC236}">
                <a16:creationId xmlns:a16="http://schemas.microsoft.com/office/drawing/2014/main" id="{3B1B68E6-2E1E-2607-99AF-B588C9A9C009}"/>
              </a:ext>
            </a:extLst>
          </p:cNvPr>
          <p:cNvSpPr>
            <a:spLocks noGrp="1"/>
          </p:cNvSpPr>
          <p:nvPr>
            <p:ph type="sldNum" sz="quarter" idx="34"/>
          </p:nvPr>
        </p:nvSpPr>
        <p:spPr/>
        <p:txBody>
          <a:bodyPr rtlCol="0"/>
          <a:lstStyle/>
          <a:p>
            <a:pPr rtl="0"/>
            <a:fld id="{19B51A1E-902D-48AF-9020-955120F399B6}" type="slidenum">
              <a:rPr lang="en-GB" smtClean="0"/>
              <a:pPr rtl="0"/>
              <a:t>6</a:t>
            </a:fld>
            <a:endParaRPr lang="en-GB"/>
          </a:p>
        </p:txBody>
      </p:sp>
      <p:sp>
        <p:nvSpPr>
          <p:cNvPr id="7" name="Picture Placeholder 6">
            <a:extLst>
              <a:ext uri="{FF2B5EF4-FFF2-40B4-BE49-F238E27FC236}">
                <a16:creationId xmlns:a16="http://schemas.microsoft.com/office/drawing/2014/main" id="{E41FB5F9-C4BB-951C-0F4D-91372354C6E4}"/>
              </a:ext>
            </a:extLst>
          </p:cNvPr>
          <p:cNvSpPr>
            <a:spLocks noGrp="1"/>
          </p:cNvSpPr>
          <p:nvPr>
            <p:ph type="pic" sz="quarter" idx="33"/>
          </p:nvPr>
        </p:nvSpPr>
        <p:spPr/>
        <p:txBody>
          <a:bodyPr/>
          <a:lstStyle/>
          <a:p>
            <a:endParaRPr lang="en-GB"/>
          </a:p>
        </p:txBody>
      </p:sp>
      <p:pic>
        <p:nvPicPr>
          <p:cNvPr id="8" name="Picture 7" descr="A screen shot of a computer&#10;&#10;AI-generated content may be incorrect.">
            <a:extLst>
              <a:ext uri="{FF2B5EF4-FFF2-40B4-BE49-F238E27FC236}">
                <a16:creationId xmlns:a16="http://schemas.microsoft.com/office/drawing/2014/main" id="{249E52D8-157F-3B7F-2E28-077644FB4011}"/>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aturation sat="0"/>
                    </a14:imgEffect>
                  </a14:imgLayer>
                </a14:imgProps>
              </a:ext>
            </a:extLst>
          </a:blip>
          <a:srcRect l="14205" t="6232" r="74478" b="45857"/>
          <a:stretch/>
        </p:blipFill>
        <p:spPr>
          <a:xfrm>
            <a:off x="9980477" y="0"/>
            <a:ext cx="2211523" cy="62075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729309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E2128-3BF5-BED8-7E02-D246747DD1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4FA724-7822-BF9F-38A5-B01D4C774B00}"/>
              </a:ext>
            </a:extLst>
          </p:cNvPr>
          <p:cNvSpPr>
            <a:spLocks noGrp="1"/>
          </p:cNvSpPr>
          <p:nvPr>
            <p:ph type="title"/>
          </p:nvPr>
        </p:nvSpPr>
        <p:spPr>
          <a:xfrm>
            <a:off x="-1" y="259080"/>
            <a:ext cx="9980475" cy="432000"/>
          </a:xfrm>
        </p:spPr>
        <p:txBody>
          <a:bodyPr rtlCol="0"/>
          <a:lstStyle/>
          <a:p>
            <a:pPr algn="ctr" rtl="0"/>
            <a:r>
              <a:rPr lang="en-GB" dirty="0"/>
              <a:t>Dataset, assistive systems &amp; research gaps </a:t>
            </a:r>
          </a:p>
        </p:txBody>
      </p:sp>
      <p:sp>
        <p:nvSpPr>
          <p:cNvPr id="4" name="Content Placeholder 3">
            <a:extLst>
              <a:ext uri="{FF2B5EF4-FFF2-40B4-BE49-F238E27FC236}">
                <a16:creationId xmlns:a16="http://schemas.microsoft.com/office/drawing/2014/main" id="{01ABD361-C355-06ED-C06D-32D3A3D38349}"/>
              </a:ext>
            </a:extLst>
          </p:cNvPr>
          <p:cNvSpPr>
            <a:spLocks noGrp="1"/>
          </p:cNvSpPr>
          <p:nvPr>
            <p:ph sz="half" idx="1"/>
          </p:nvPr>
        </p:nvSpPr>
        <p:spPr>
          <a:xfrm>
            <a:off x="445614" y="1369335"/>
            <a:ext cx="4189220" cy="3453330"/>
          </a:xfrm>
        </p:spPr>
        <p:txBody>
          <a:bodyPr rtlCol="0"/>
          <a:lstStyle/>
          <a:p>
            <a:pPr marL="0" indent="0" rtl="0">
              <a:buNone/>
            </a:pPr>
            <a:r>
              <a:rPr lang="en-GB" sz="2400" dirty="0"/>
              <a:t>YOLO tech &amp; gaps</a:t>
            </a:r>
          </a:p>
          <a:p>
            <a:pPr rtl="0"/>
            <a:r>
              <a:rPr lang="en-GB" sz="1600" dirty="0"/>
              <a:t>YOLOv8 vs YOLOv11: speed &amp; accuracy trade off.</a:t>
            </a:r>
          </a:p>
          <a:p>
            <a:pPr rtl="0"/>
            <a:r>
              <a:rPr lang="en-GB" sz="1600" dirty="0"/>
              <a:t>YOLOv11 better small object detection in cluttered scenarios.</a:t>
            </a:r>
          </a:p>
          <a:p>
            <a:pPr rtl="0"/>
            <a:r>
              <a:rPr lang="en-GB" sz="1600" dirty="0"/>
              <a:t>Existing systems: mobile, wearable, embedded systems.</a:t>
            </a:r>
          </a:p>
          <a:p>
            <a:pPr rtl="0"/>
            <a:r>
              <a:rPr lang="en-GB" sz="1600" dirty="0"/>
              <a:t>Limitations:</a:t>
            </a:r>
          </a:p>
          <a:p>
            <a:pPr lvl="1"/>
            <a:r>
              <a:rPr lang="en-GB" sz="1400" dirty="0"/>
              <a:t>Performance under too much clutter.</a:t>
            </a:r>
          </a:p>
          <a:p>
            <a:pPr lvl="1"/>
            <a:r>
              <a:rPr lang="en-GB" sz="1400" dirty="0"/>
              <a:t>Device constraints.</a:t>
            </a:r>
          </a:p>
          <a:p>
            <a:pPr lvl="1"/>
            <a:r>
              <a:rPr lang="en-GB" sz="1400" dirty="0"/>
              <a:t>Dataset generalisation.</a:t>
            </a:r>
          </a:p>
        </p:txBody>
      </p:sp>
      <p:sp>
        <p:nvSpPr>
          <p:cNvPr id="6" name="Slide Number Placeholder 5">
            <a:extLst>
              <a:ext uri="{FF2B5EF4-FFF2-40B4-BE49-F238E27FC236}">
                <a16:creationId xmlns:a16="http://schemas.microsoft.com/office/drawing/2014/main" id="{619DBF45-4604-EE12-9483-18951F04CF9B}"/>
              </a:ext>
            </a:extLst>
          </p:cNvPr>
          <p:cNvSpPr>
            <a:spLocks noGrp="1"/>
          </p:cNvSpPr>
          <p:nvPr>
            <p:ph type="sldNum" sz="quarter" idx="34"/>
          </p:nvPr>
        </p:nvSpPr>
        <p:spPr/>
        <p:txBody>
          <a:bodyPr rtlCol="0"/>
          <a:lstStyle/>
          <a:p>
            <a:pPr rtl="0"/>
            <a:fld id="{19B51A1E-902D-48AF-9020-955120F399B6}" type="slidenum">
              <a:rPr lang="en-GB" smtClean="0"/>
              <a:pPr rtl="0"/>
              <a:t>7</a:t>
            </a:fld>
            <a:endParaRPr lang="en-GB"/>
          </a:p>
        </p:txBody>
      </p:sp>
      <p:sp>
        <p:nvSpPr>
          <p:cNvPr id="7" name="Picture Placeholder 6">
            <a:extLst>
              <a:ext uri="{FF2B5EF4-FFF2-40B4-BE49-F238E27FC236}">
                <a16:creationId xmlns:a16="http://schemas.microsoft.com/office/drawing/2014/main" id="{1266A9DA-7D01-AB83-B290-9B5BD16DD9D4}"/>
              </a:ext>
            </a:extLst>
          </p:cNvPr>
          <p:cNvSpPr>
            <a:spLocks noGrp="1"/>
          </p:cNvSpPr>
          <p:nvPr>
            <p:ph type="pic" sz="quarter" idx="33"/>
          </p:nvPr>
        </p:nvSpPr>
        <p:spPr/>
        <p:txBody>
          <a:bodyPr/>
          <a:lstStyle/>
          <a:p>
            <a:endParaRPr lang="en-GB"/>
          </a:p>
        </p:txBody>
      </p:sp>
      <p:pic>
        <p:nvPicPr>
          <p:cNvPr id="8" name="Picture 7" descr="A screen shot of a computer&#10;&#10;AI-generated content may be incorrect.">
            <a:extLst>
              <a:ext uri="{FF2B5EF4-FFF2-40B4-BE49-F238E27FC236}">
                <a16:creationId xmlns:a16="http://schemas.microsoft.com/office/drawing/2014/main" id="{C6907DDF-A90A-72EE-4932-9AB42D7CB452}"/>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aturation sat="0"/>
                    </a14:imgEffect>
                  </a14:imgLayer>
                </a14:imgProps>
              </a:ext>
            </a:extLst>
          </a:blip>
          <a:srcRect l="14205" t="6232" r="74478" b="45857"/>
          <a:stretch/>
        </p:blipFill>
        <p:spPr>
          <a:xfrm>
            <a:off x="9980477" y="0"/>
            <a:ext cx="2211523" cy="6207500"/>
          </a:xfrm>
          <a:prstGeom prst="rect">
            <a:avLst/>
          </a:prstGeom>
          <a:ln>
            <a:noFill/>
          </a:ln>
          <a:effectLst>
            <a:outerShdw blurRad="190500" algn="tl" rotWithShape="0">
              <a:srgbClr val="000000">
                <a:alpha val="70000"/>
              </a:srgbClr>
            </a:outerShdw>
          </a:effectLst>
        </p:spPr>
      </p:pic>
      <p:sp>
        <p:nvSpPr>
          <p:cNvPr id="9" name="Content Placeholder 3">
            <a:extLst>
              <a:ext uri="{FF2B5EF4-FFF2-40B4-BE49-F238E27FC236}">
                <a16:creationId xmlns:a16="http://schemas.microsoft.com/office/drawing/2014/main" id="{E34AAE09-6221-862D-11AA-140364485307}"/>
              </a:ext>
            </a:extLst>
          </p:cNvPr>
          <p:cNvSpPr txBox="1">
            <a:spLocks/>
          </p:cNvSpPr>
          <p:nvPr/>
        </p:nvSpPr>
        <p:spPr>
          <a:xfrm>
            <a:off x="4990236" y="2813190"/>
            <a:ext cx="4693919" cy="2009475"/>
          </a:xfrm>
          <a:prstGeom prst="rect">
            <a:avLst/>
          </a:prstGeom>
          <a:solidFill>
            <a:schemeClr val="bg1"/>
          </a:solidFill>
        </p:spPr>
        <p:txBody>
          <a:bodyPr vert="horz" lIns="180000" tIns="252000" rIns="252000" bIns="0" rtlCol="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a:t>Datasets &amp; alternative approaches</a:t>
            </a:r>
          </a:p>
          <a:p>
            <a:r>
              <a:rPr lang="en-GB" sz="1400" dirty="0"/>
              <a:t>Better generalisation with diverse datasets.</a:t>
            </a:r>
          </a:p>
          <a:p>
            <a:r>
              <a:rPr lang="en-GB" sz="1400" dirty="0"/>
              <a:t>Preprocessing and data augmentation improve model robustness.</a:t>
            </a:r>
          </a:p>
          <a:p>
            <a:r>
              <a:rPr lang="en-GB" sz="1400" dirty="0"/>
              <a:t>Alternatives systems like Bluetooth/RFID exist but have range/scale issues.</a:t>
            </a:r>
          </a:p>
        </p:txBody>
      </p:sp>
    </p:spTree>
    <p:extLst>
      <p:ext uri="{BB962C8B-B14F-4D97-AF65-F5344CB8AC3E}">
        <p14:creationId xmlns:p14="http://schemas.microsoft.com/office/powerpoint/2010/main" val="1905465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658939-9D6F-29E2-19DF-2C150B0A9DC7}"/>
            </a:ext>
          </a:extLst>
        </p:cNvPr>
        <p:cNvGrpSpPr/>
        <p:nvPr/>
      </p:nvGrpSpPr>
      <p:grpSpPr>
        <a:xfrm>
          <a:off x="0" y="0"/>
          <a:ext cx="0" cy="0"/>
          <a:chOff x="0" y="0"/>
          <a:chExt cx="0" cy="0"/>
        </a:xfrm>
      </p:grpSpPr>
      <p:pic>
        <p:nvPicPr>
          <p:cNvPr id="14" name="Picture 13" descr="A screen shot of a computer&#10;&#10;AI-generated content may be incorrect.">
            <a:extLst>
              <a:ext uri="{FF2B5EF4-FFF2-40B4-BE49-F238E27FC236}">
                <a16:creationId xmlns:a16="http://schemas.microsoft.com/office/drawing/2014/main" id="{D06A7274-84EB-558D-0D8B-BD40D7088664}"/>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aturation sat="0"/>
                    </a14:imgEffect>
                  </a14:imgLayer>
                </a14:imgProps>
              </a:ext>
            </a:extLst>
          </a:blip>
          <a:srcRect l="14205" t="6232" r="74478" b="45857"/>
          <a:stretch/>
        </p:blipFill>
        <p:spPr>
          <a:xfrm>
            <a:off x="9980613" y="0"/>
            <a:ext cx="2211523" cy="6189830"/>
          </a:xfrm>
          <a:prstGeom prst="rect">
            <a:avLst/>
          </a:prstGeom>
          <a:ln>
            <a:noFill/>
          </a:ln>
          <a:effectLst>
            <a:outerShdw blurRad="190500" algn="tl" rotWithShape="0">
              <a:srgbClr val="000000">
                <a:alpha val="70000"/>
              </a:srgbClr>
            </a:outerShdw>
          </a:effectLst>
        </p:spPr>
      </p:pic>
      <p:pic>
        <p:nvPicPr>
          <p:cNvPr id="12" name="Picture Placeholder 11" descr="A shelf with objects on it&#10;&#10;AI-generated content may be incorrect.">
            <a:extLst>
              <a:ext uri="{FF2B5EF4-FFF2-40B4-BE49-F238E27FC236}">
                <a16:creationId xmlns:a16="http://schemas.microsoft.com/office/drawing/2014/main" id="{EDB0CC62-4B7C-E8CE-1A9A-CD750D0D3064}"/>
              </a:ext>
            </a:extLst>
          </p:cNvPr>
          <p:cNvPicPr>
            <a:picLocks noGrp="1" noChangeAspect="1"/>
          </p:cNvPicPr>
          <p:nvPr>
            <p:ph type="pic" sz="quarter" idx="13"/>
          </p:nvPr>
        </p:nvPicPr>
        <p:blipFill>
          <a:blip r:embed="rId5">
            <a:duotone>
              <a:prstClr val="black"/>
              <a:schemeClr val="tx2">
                <a:tint val="45000"/>
                <a:satMod val="400000"/>
              </a:schemeClr>
            </a:duotone>
          </a:blip>
          <a:srcRect t="30908" b="30908"/>
          <a:stretch>
            <a:fillRect/>
          </a:stretch>
        </p:blipFill>
        <p:spPr>
          <a:xfrm>
            <a:off x="69850" y="63500"/>
            <a:ext cx="9910763" cy="6727825"/>
          </a:xfrm>
        </p:spPr>
      </p:pic>
      <p:sp>
        <p:nvSpPr>
          <p:cNvPr id="3" name="Title 2">
            <a:extLst>
              <a:ext uri="{FF2B5EF4-FFF2-40B4-BE49-F238E27FC236}">
                <a16:creationId xmlns:a16="http://schemas.microsoft.com/office/drawing/2014/main" id="{6A837B72-5D07-E27E-3542-7A66E1B1A50C}"/>
              </a:ext>
            </a:extLst>
          </p:cNvPr>
          <p:cNvSpPr>
            <a:spLocks noGrp="1"/>
          </p:cNvSpPr>
          <p:nvPr>
            <p:ph type="ctrTitle"/>
          </p:nvPr>
        </p:nvSpPr>
        <p:spPr>
          <a:xfrm>
            <a:off x="286990" y="4346296"/>
            <a:ext cx="6798250" cy="1674470"/>
          </a:xfrm>
        </p:spPr>
        <p:txBody>
          <a:bodyPr rtlCol="0" anchor="b">
            <a:normAutofit/>
          </a:bodyPr>
          <a:lstStyle/>
          <a:p>
            <a:pPr rtl="0"/>
            <a:r>
              <a:rPr lang="en-GB" dirty="0"/>
              <a:t>Proposed system</a:t>
            </a:r>
          </a:p>
        </p:txBody>
      </p:sp>
      <p:sp>
        <p:nvSpPr>
          <p:cNvPr id="4" name="Subtitle 3">
            <a:extLst>
              <a:ext uri="{FF2B5EF4-FFF2-40B4-BE49-F238E27FC236}">
                <a16:creationId xmlns:a16="http://schemas.microsoft.com/office/drawing/2014/main" id="{1C494EE1-E558-BC86-00A6-669B35F8A746}"/>
              </a:ext>
            </a:extLst>
          </p:cNvPr>
          <p:cNvSpPr>
            <a:spLocks noGrp="1"/>
          </p:cNvSpPr>
          <p:nvPr>
            <p:ph type="subTitle" idx="1"/>
          </p:nvPr>
        </p:nvSpPr>
        <p:spPr>
          <a:xfrm>
            <a:off x="7302380" y="4650539"/>
            <a:ext cx="2203570" cy="1192038"/>
          </a:xfrm>
        </p:spPr>
        <p:txBody>
          <a:bodyPr rtlCol="0" anchor="ctr">
            <a:normAutofit/>
          </a:bodyPr>
          <a:lstStyle/>
          <a:p>
            <a:r>
              <a:rPr lang="en-GB" dirty="0"/>
              <a:t>System overview</a:t>
            </a:r>
          </a:p>
        </p:txBody>
      </p:sp>
      <p:sp>
        <p:nvSpPr>
          <p:cNvPr id="5" name="Slide Number Placeholder 4">
            <a:extLst>
              <a:ext uri="{FF2B5EF4-FFF2-40B4-BE49-F238E27FC236}">
                <a16:creationId xmlns:a16="http://schemas.microsoft.com/office/drawing/2014/main" id="{65DC9332-0B0C-82DF-A7C4-9BEA9CB4A4F3}"/>
              </a:ext>
            </a:extLst>
          </p:cNvPr>
          <p:cNvSpPr>
            <a:spLocks noGrp="1"/>
          </p:cNvSpPr>
          <p:nvPr>
            <p:ph type="sldNum" sz="quarter" idx="11"/>
          </p:nvPr>
        </p:nvSpPr>
        <p:spPr>
          <a:xfrm>
            <a:off x="11447502" y="6401750"/>
            <a:ext cx="278418" cy="274324"/>
          </a:xfrm>
        </p:spPr>
        <p:txBody>
          <a:bodyPr rtlCol="0" anchor="ctr">
            <a:normAutofit/>
          </a:bodyPr>
          <a:lstStyle/>
          <a:p>
            <a:pPr rtl="0">
              <a:spcAft>
                <a:spcPts val="600"/>
              </a:spcAft>
            </a:pPr>
            <a:fld id="{19B51A1E-902D-48AF-9020-955120F399B6}" type="slidenum">
              <a:rPr lang="en-GB" smtClean="0"/>
              <a:pPr rtl="0">
                <a:spcAft>
                  <a:spcPts val="600"/>
                </a:spcAft>
              </a:pPr>
              <a:t>8</a:t>
            </a:fld>
            <a:endParaRPr lang="en-GB"/>
          </a:p>
        </p:txBody>
      </p:sp>
    </p:spTree>
    <p:extLst>
      <p:ext uri="{BB962C8B-B14F-4D97-AF65-F5344CB8AC3E}">
        <p14:creationId xmlns:p14="http://schemas.microsoft.com/office/powerpoint/2010/main" val="2890227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CB36D-00F2-F82D-2EDF-60009DC2DC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436FD-A285-BEC2-D7C7-76CBA16C863A}"/>
              </a:ext>
            </a:extLst>
          </p:cNvPr>
          <p:cNvSpPr>
            <a:spLocks noGrp="1"/>
          </p:cNvSpPr>
          <p:nvPr>
            <p:ph type="title"/>
          </p:nvPr>
        </p:nvSpPr>
        <p:spPr>
          <a:xfrm>
            <a:off x="436119" y="205740"/>
            <a:ext cx="5522721" cy="432000"/>
          </a:xfrm>
        </p:spPr>
        <p:txBody>
          <a:bodyPr rtlCol="0"/>
          <a:lstStyle/>
          <a:p>
            <a:pPr algn="ctr" rtl="0"/>
            <a:r>
              <a:rPr lang="en-GB" dirty="0"/>
              <a:t>Custom dataset creation</a:t>
            </a:r>
          </a:p>
        </p:txBody>
      </p:sp>
      <p:sp>
        <p:nvSpPr>
          <p:cNvPr id="4" name="Content Placeholder 3">
            <a:extLst>
              <a:ext uri="{FF2B5EF4-FFF2-40B4-BE49-F238E27FC236}">
                <a16:creationId xmlns:a16="http://schemas.microsoft.com/office/drawing/2014/main" id="{E5ABAC98-9583-9C17-D236-1F09FD81CA11}"/>
              </a:ext>
            </a:extLst>
          </p:cNvPr>
          <p:cNvSpPr>
            <a:spLocks noGrp="1"/>
          </p:cNvSpPr>
          <p:nvPr>
            <p:ph sz="half" idx="1"/>
          </p:nvPr>
        </p:nvSpPr>
        <p:spPr>
          <a:xfrm>
            <a:off x="436119" y="717912"/>
            <a:ext cx="7287080" cy="4558031"/>
          </a:xfrm>
        </p:spPr>
        <p:txBody>
          <a:bodyPr rtlCol="0"/>
          <a:lstStyle/>
          <a:p>
            <a:pPr marL="0" indent="0" rtl="0">
              <a:buNone/>
            </a:pPr>
            <a:r>
              <a:rPr lang="en-GB" sz="2800" dirty="0"/>
              <a:t>My dataset creation method</a:t>
            </a:r>
          </a:p>
          <a:p>
            <a:pPr rtl="0"/>
            <a:r>
              <a:rPr lang="en-GB" dirty="0"/>
              <a:t>Set-up:</a:t>
            </a:r>
          </a:p>
          <a:p>
            <a:pPr lvl="1"/>
            <a:r>
              <a:rPr lang="en-GB" dirty="0"/>
              <a:t>Smartphone camera.</a:t>
            </a:r>
          </a:p>
          <a:p>
            <a:pPr lvl="1"/>
            <a:r>
              <a:rPr lang="en-GB" dirty="0"/>
              <a:t>Shelf and items for clutter.</a:t>
            </a:r>
          </a:p>
          <a:p>
            <a:pPr lvl="1"/>
            <a:r>
              <a:rPr lang="en-GB" dirty="0"/>
              <a:t>Software: OBS Studio with </a:t>
            </a:r>
            <a:r>
              <a:rPr lang="en-GB" dirty="0" err="1"/>
              <a:t>DroidCam</a:t>
            </a:r>
            <a:r>
              <a:rPr lang="en-GB" dirty="0"/>
              <a:t> OSB.</a:t>
            </a:r>
          </a:p>
          <a:p>
            <a:pPr lvl="1"/>
            <a:r>
              <a:rPr lang="en-GB" dirty="0"/>
              <a:t>Python: </a:t>
            </a:r>
            <a:r>
              <a:rPr lang="en-GB" dirty="0" err="1"/>
              <a:t>labelme</a:t>
            </a:r>
            <a:r>
              <a:rPr lang="en-GB" dirty="0"/>
              <a:t> and labelme2yolo.</a:t>
            </a:r>
          </a:p>
          <a:p>
            <a:pPr lvl="1"/>
            <a:r>
              <a:rPr lang="en-GB" dirty="0"/>
              <a:t>Roboflow: preprocessing and data augmentation.</a:t>
            </a:r>
          </a:p>
          <a:p>
            <a:pPr lvl="1"/>
            <a:r>
              <a:rPr lang="en-GB" dirty="0"/>
              <a:t>Google </a:t>
            </a:r>
            <a:r>
              <a:rPr lang="en-GB" dirty="0" err="1"/>
              <a:t>Colab</a:t>
            </a:r>
            <a:r>
              <a:rPr lang="en-GB" dirty="0"/>
              <a:t>: for model training process.</a:t>
            </a:r>
          </a:p>
          <a:p>
            <a:r>
              <a:rPr lang="en-GB" dirty="0"/>
              <a:t>Draw bounding box from images taken in </a:t>
            </a:r>
            <a:r>
              <a:rPr lang="en-GB" dirty="0" err="1"/>
              <a:t>labelme</a:t>
            </a:r>
            <a:r>
              <a:rPr lang="en-GB" dirty="0"/>
              <a:t>.</a:t>
            </a:r>
          </a:p>
          <a:p>
            <a:r>
              <a:rPr lang="en-GB" dirty="0"/>
              <a:t>Convert to dataset with labelme2yolo.</a:t>
            </a:r>
          </a:p>
          <a:p>
            <a:r>
              <a:rPr lang="en-GB" dirty="0"/>
              <a:t>Preprocessing &amp; data augmentation in Roboflow.</a:t>
            </a:r>
          </a:p>
          <a:p>
            <a:r>
              <a:rPr lang="en-GB" dirty="0"/>
              <a:t>Use A100 GPU from Google </a:t>
            </a:r>
            <a:r>
              <a:rPr lang="en-GB" dirty="0" err="1"/>
              <a:t>Colab</a:t>
            </a:r>
            <a:r>
              <a:rPr lang="en-GB" dirty="0"/>
              <a:t> to train YOLO models with custom dataset.</a:t>
            </a:r>
          </a:p>
          <a:p>
            <a:pPr marL="0" indent="0">
              <a:buNone/>
            </a:pPr>
            <a:endParaRPr lang="en-GB" dirty="0"/>
          </a:p>
        </p:txBody>
      </p:sp>
      <p:sp>
        <p:nvSpPr>
          <p:cNvPr id="6" name="Slide Number Placeholder 5">
            <a:extLst>
              <a:ext uri="{FF2B5EF4-FFF2-40B4-BE49-F238E27FC236}">
                <a16:creationId xmlns:a16="http://schemas.microsoft.com/office/drawing/2014/main" id="{69C2AD13-1687-4731-48D4-735765F280D1}"/>
              </a:ext>
            </a:extLst>
          </p:cNvPr>
          <p:cNvSpPr>
            <a:spLocks noGrp="1"/>
          </p:cNvSpPr>
          <p:nvPr>
            <p:ph type="sldNum" sz="quarter" idx="34"/>
          </p:nvPr>
        </p:nvSpPr>
        <p:spPr/>
        <p:txBody>
          <a:bodyPr rtlCol="0"/>
          <a:lstStyle/>
          <a:p>
            <a:pPr rtl="0"/>
            <a:fld id="{19B51A1E-902D-48AF-9020-955120F399B6}" type="slidenum">
              <a:rPr lang="en-GB" smtClean="0"/>
              <a:pPr rtl="0"/>
              <a:t>9</a:t>
            </a:fld>
            <a:endParaRPr lang="en-GB"/>
          </a:p>
        </p:txBody>
      </p:sp>
      <p:sp>
        <p:nvSpPr>
          <p:cNvPr id="7" name="Picture Placeholder 6">
            <a:extLst>
              <a:ext uri="{FF2B5EF4-FFF2-40B4-BE49-F238E27FC236}">
                <a16:creationId xmlns:a16="http://schemas.microsoft.com/office/drawing/2014/main" id="{B9E3677A-EEAC-C7C0-75BC-46C357E959B2}"/>
              </a:ext>
            </a:extLst>
          </p:cNvPr>
          <p:cNvSpPr>
            <a:spLocks noGrp="1"/>
          </p:cNvSpPr>
          <p:nvPr>
            <p:ph type="pic" sz="quarter" idx="33"/>
          </p:nvPr>
        </p:nvSpPr>
        <p:spPr/>
        <p:txBody>
          <a:bodyPr/>
          <a:lstStyle/>
          <a:p>
            <a:endParaRPr lang="en-GB"/>
          </a:p>
        </p:txBody>
      </p:sp>
      <p:pic>
        <p:nvPicPr>
          <p:cNvPr id="8" name="Picture 7" descr="A screen shot of a computer&#10;&#10;AI-generated content may be incorrect.">
            <a:extLst>
              <a:ext uri="{FF2B5EF4-FFF2-40B4-BE49-F238E27FC236}">
                <a16:creationId xmlns:a16="http://schemas.microsoft.com/office/drawing/2014/main" id="{0D0D47F1-1917-4B1F-3005-98B88E234E4A}"/>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aturation sat="0"/>
                    </a14:imgEffect>
                  </a14:imgLayer>
                </a14:imgProps>
              </a:ext>
            </a:extLst>
          </a:blip>
          <a:srcRect l="14205" t="6232" r="74478" b="45857"/>
          <a:stretch/>
        </p:blipFill>
        <p:spPr>
          <a:xfrm>
            <a:off x="9980477" y="0"/>
            <a:ext cx="2211523" cy="62075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401940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EC02C-7D74-B3BC-EA22-1FBD70532A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1477A8-D476-FC6F-3FE4-CC2DECF44323}"/>
              </a:ext>
            </a:extLst>
          </p:cNvPr>
          <p:cNvSpPr>
            <a:spLocks noGrp="1"/>
          </p:cNvSpPr>
          <p:nvPr>
            <p:ph type="title"/>
          </p:nvPr>
        </p:nvSpPr>
        <p:spPr>
          <a:xfrm>
            <a:off x="5934486" y="1267591"/>
            <a:ext cx="3347399" cy="432000"/>
          </a:xfrm>
        </p:spPr>
        <p:txBody>
          <a:bodyPr rtlCol="0"/>
          <a:lstStyle/>
          <a:p>
            <a:pPr algn="ctr" rtl="0"/>
            <a:r>
              <a:rPr lang="en-GB" dirty="0"/>
              <a:t>Clutter levels</a:t>
            </a:r>
          </a:p>
        </p:txBody>
      </p:sp>
      <p:sp>
        <p:nvSpPr>
          <p:cNvPr id="4" name="Content Placeholder 3">
            <a:extLst>
              <a:ext uri="{FF2B5EF4-FFF2-40B4-BE49-F238E27FC236}">
                <a16:creationId xmlns:a16="http://schemas.microsoft.com/office/drawing/2014/main" id="{7284094D-1A60-B7DE-1368-ABB173B43C5C}"/>
              </a:ext>
            </a:extLst>
          </p:cNvPr>
          <p:cNvSpPr>
            <a:spLocks noGrp="1"/>
          </p:cNvSpPr>
          <p:nvPr>
            <p:ph sz="half" idx="1"/>
          </p:nvPr>
        </p:nvSpPr>
        <p:spPr>
          <a:xfrm>
            <a:off x="5934487" y="2050802"/>
            <a:ext cx="3869913" cy="3542031"/>
          </a:xfrm>
        </p:spPr>
        <p:txBody>
          <a:bodyPr rtlCol="0"/>
          <a:lstStyle/>
          <a:p>
            <a:pPr marL="0" indent="0" rtl="0">
              <a:buNone/>
            </a:pPr>
            <a:r>
              <a:rPr lang="en-GB" sz="2800" dirty="0"/>
              <a:t>Clutter Calculations</a:t>
            </a:r>
          </a:p>
          <a:p>
            <a:pPr rtl="0"/>
            <a:r>
              <a:rPr lang="en-GB" dirty="0"/>
              <a:t>Python code with libraries:</a:t>
            </a:r>
          </a:p>
          <a:p>
            <a:pPr lvl="1"/>
            <a:r>
              <a:rPr lang="en-GB" dirty="0"/>
              <a:t>Cv2.</a:t>
            </a:r>
          </a:p>
          <a:p>
            <a:pPr lvl="1"/>
            <a:r>
              <a:rPr lang="en-GB" dirty="0" err="1"/>
              <a:t>Numpy</a:t>
            </a:r>
            <a:r>
              <a:rPr lang="en-GB" dirty="0"/>
              <a:t>.</a:t>
            </a:r>
          </a:p>
          <a:p>
            <a:r>
              <a:rPr lang="en-GB" dirty="0"/>
              <a:t>GIMP to insolate clutter.</a:t>
            </a:r>
          </a:p>
          <a:p>
            <a:r>
              <a:rPr lang="en-GB" dirty="0"/>
              <a:t>Clutter levels:</a:t>
            </a:r>
          </a:p>
          <a:p>
            <a:pPr lvl="1"/>
            <a:r>
              <a:rPr lang="en-GB" dirty="0"/>
              <a:t>Level 0: no clutter.</a:t>
            </a:r>
          </a:p>
          <a:p>
            <a:pPr lvl="1"/>
            <a:r>
              <a:rPr lang="en-GB" dirty="0"/>
              <a:t>Level 1: ~25% (+-10%) clutter.</a:t>
            </a:r>
          </a:p>
          <a:p>
            <a:pPr lvl="1"/>
            <a:r>
              <a:rPr lang="en-GB" dirty="0"/>
              <a:t>Level 2: ~50% (+-10%) clutter.</a:t>
            </a:r>
          </a:p>
          <a:p>
            <a:pPr lvl="1"/>
            <a:r>
              <a:rPr lang="en-GB" dirty="0"/>
              <a:t>Level 3: ~75% (+-10%) clutter.</a:t>
            </a:r>
          </a:p>
        </p:txBody>
      </p:sp>
      <p:sp>
        <p:nvSpPr>
          <p:cNvPr id="6" name="Slide Number Placeholder 5">
            <a:extLst>
              <a:ext uri="{FF2B5EF4-FFF2-40B4-BE49-F238E27FC236}">
                <a16:creationId xmlns:a16="http://schemas.microsoft.com/office/drawing/2014/main" id="{DA8BF292-F7D7-632C-0BD4-DBC489F72C26}"/>
              </a:ext>
            </a:extLst>
          </p:cNvPr>
          <p:cNvSpPr>
            <a:spLocks noGrp="1"/>
          </p:cNvSpPr>
          <p:nvPr>
            <p:ph type="sldNum" sz="quarter" idx="34"/>
          </p:nvPr>
        </p:nvSpPr>
        <p:spPr/>
        <p:txBody>
          <a:bodyPr rtlCol="0"/>
          <a:lstStyle/>
          <a:p>
            <a:pPr rtl="0"/>
            <a:fld id="{19B51A1E-902D-48AF-9020-955120F399B6}" type="slidenum">
              <a:rPr lang="en-GB" smtClean="0"/>
              <a:pPr rtl="0"/>
              <a:t>10</a:t>
            </a:fld>
            <a:endParaRPr lang="en-GB"/>
          </a:p>
        </p:txBody>
      </p:sp>
      <p:sp>
        <p:nvSpPr>
          <p:cNvPr id="7" name="Picture Placeholder 6">
            <a:extLst>
              <a:ext uri="{FF2B5EF4-FFF2-40B4-BE49-F238E27FC236}">
                <a16:creationId xmlns:a16="http://schemas.microsoft.com/office/drawing/2014/main" id="{282F830E-5371-1E07-D204-6C74CDD105E8}"/>
              </a:ext>
            </a:extLst>
          </p:cNvPr>
          <p:cNvSpPr>
            <a:spLocks noGrp="1"/>
          </p:cNvSpPr>
          <p:nvPr>
            <p:ph type="pic" sz="quarter" idx="33"/>
          </p:nvPr>
        </p:nvSpPr>
        <p:spPr/>
        <p:txBody>
          <a:bodyPr/>
          <a:lstStyle/>
          <a:p>
            <a:endParaRPr lang="en-GB"/>
          </a:p>
        </p:txBody>
      </p:sp>
      <p:pic>
        <p:nvPicPr>
          <p:cNvPr id="8" name="Picture 7" descr="A screen shot of a computer&#10;&#10;AI-generated content may be incorrect.">
            <a:extLst>
              <a:ext uri="{FF2B5EF4-FFF2-40B4-BE49-F238E27FC236}">
                <a16:creationId xmlns:a16="http://schemas.microsoft.com/office/drawing/2014/main" id="{2176BEF5-7B65-38BA-F7E2-60F5D353C2C4}"/>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aturation sat="0"/>
                    </a14:imgEffect>
                  </a14:imgLayer>
                </a14:imgProps>
              </a:ext>
            </a:extLst>
          </a:blip>
          <a:srcRect l="14205" t="6232" r="74478" b="45857"/>
          <a:stretch/>
        </p:blipFill>
        <p:spPr>
          <a:xfrm>
            <a:off x="9980477" y="0"/>
            <a:ext cx="2211523" cy="6207500"/>
          </a:xfrm>
          <a:prstGeom prst="rect">
            <a:avLst/>
          </a:prstGeom>
          <a:ln>
            <a:noFill/>
          </a:ln>
          <a:effectLst>
            <a:outerShdw blurRad="190500" algn="tl" rotWithShape="0">
              <a:srgbClr val="000000">
                <a:alpha val="70000"/>
              </a:srgbClr>
            </a:outerShdw>
          </a:effectLst>
        </p:spPr>
      </p:pic>
      <p:pic>
        <p:nvPicPr>
          <p:cNvPr id="5" name="Picture 4">
            <a:extLst>
              <a:ext uri="{FF2B5EF4-FFF2-40B4-BE49-F238E27FC236}">
                <a16:creationId xmlns:a16="http://schemas.microsoft.com/office/drawing/2014/main" id="{A4AAE569-32B3-63C0-CC67-DD5B63328D26}"/>
              </a:ext>
            </a:extLst>
          </p:cNvPr>
          <p:cNvPicPr>
            <a:picLocks noChangeAspect="1"/>
          </p:cNvPicPr>
          <p:nvPr/>
        </p:nvPicPr>
        <p:blipFill>
          <a:blip r:embed="rId5"/>
          <a:stretch>
            <a:fillRect/>
          </a:stretch>
        </p:blipFill>
        <p:spPr>
          <a:xfrm>
            <a:off x="217283" y="144376"/>
            <a:ext cx="5096586" cy="3105583"/>
          </a:xfrm>
          <a:prstGeom prst="rect">
            <a:avLst/>
          </a:prstGeom>
        </p:spPr>
      </p:pic>
    </p:spTree>
    <p:extLst>
      <p:ext uri="{BB962C8B-B14F-4D97-AF65-F5344CB8AC3E}">
        <p14:creationId xmlns:p14="http://schemas.microsoft.com/office/powerpoint/2010/main" val="648741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C69B6-7F3E-776B-7347-079FFB2F6AB8}"/>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0432E7-86DC-7A07-F5A3-2CDAFBFA618D}"/>
              </a:ext>
            </a:extLst>
          </p:cNvPr>
          <p:cNvSpPr>
            <a:spLocks noGrp="1"/>
          </p:cNvSpPr>
          <p:nvPr>
            <p:ph type="sldNum" sz="quarter" idx="34"/>
          </p:nvPr>
        </p:nvSpPr>
        <p:spPr/>
        <p:txBody>
          <a:bodyPr rtlCol="0"/>
          <a:lstStyle/>
          <a:p>
            <a:pPr rtl="0"/>
            <a:fld id="{19B51A1E-902D-48AF-9020-955120F399B6}" type="slidenum">
              <a:rPr lang="en-GB" smtClean="0"/>
              <a:pPr rtl="0"/>
              <a:t>11</a:t>
            </a:fld>
            <a:endParaRPr lang="en-GB"/>
          </a:p>
        </p:txBody>
      </p:sp>
      <p:pic>
        <p:nvPicPr>
          <p:cNvPr id="14" name="Picture Placeholder 13" descr="A shelf with skulls and gloves&#10;&#10;AI-generated content may be incorrect.">
            <a:extLst>
              <a:ext uri="{FF2B5EF4-FFF2-40B4-BE49-F238E27FC236}">
                <a16:creationId xmlns:a16="http://schemas.microsoft.com/office/drawing/2014/main" id="{3430278F-42C1-2DFB-5191-2A83453522BB}"/>
              </a:ext>
            </a:extLst>
          </p:cNvPr>
          <p:cNvPicPr>
            <a:picLocks noGrp="1" noChangeAspect="1"/>
          </p:cNvPicPr>
          <p:nvPr>
            <p:ph type="pic" sz="quarter" idx="33"/>
          </p:nvPr>
        </p:nvPicPr>
        <p:blipFill>
          <a:blip r:embed="rId3"/>
          <a:srcRect l="18251" r="18251"/>
          <a:stretch>
            <a:fillRect/>
          </a:stretch>
        </p:blipFill>
        <p:spPr/>
      </p:pic>
      <p:pic>
        <p:nvPicPr>
          <p:cNvPr id="8" name="Picture 7" descr="A screen shot of a computer&#10;&#10;AI-generated content may be incorrect.">
            <a:extLst>
              <a:ext uri="{FF2B5EF4-FFF2-40B4-BE49-F238E27FC236}">
                <a16:creationId xmlns:a16="http://schemas.microsoft.com/office/drawing/2014/main" id="{92571E7E-CC59-5D6C-F8F5-478F8787BD67}"/>
              </a:ext>
            </a:extLst>
          </p:cNvPr>
          <p:cNvPicPr>
            <a:picLocks noChangeAspect="1"/>
          </p:cNvPicPr>
          <p:nvPr/>
        </p:nvPicPr>
        <p:blipFill>
          <a:blip r:embed="rId4">
            <a:duotone>
              <a:prstClr val="black"/>
              <a:srgbClr val="D9C3A5">
                <a:tint val="50000"/>
                <a:satMod val="180000"/>
              </a:srgbClr>
            </a:duotone>
            <a:extLst>
              <a:ext uri="{BEBA8EAE-BF5A-486C-A8C5-ECC9F3942E4B}">
                <a14:imgProps xmlns:a14="http://schemas.microsoft.com/office/drawing/2010/main">
                  <a14:imgLayer r:embed="rId5">
                    <a14:imgEffect>
                      <a14:saturation sat="0"/>
                    </a14:imgEffect>
                  </a14:imgLayer>
                </a14:imgProps>
              </a:ext>
            </a:extLst>
          </a:blip>
          <a:srcRect l="14205" t="6232" r="74478" b="45857"/>
          <a:stretch/>
        </p:blipFill>
        <p:spPr>
          <a:xfrm>
            <a:off x="9980477" y="0"/>
            <a:ext cx="2211523" cy="6207500"/>
          </a:xfrm>
          <a:prstGeom prst="rect">
            <a:avLst/>
          </a:prstGeom>
          <a:ln>
            <a:noFill/>
          </a:ln>
          <a:effectLst>
            <a:outerShdw blurRad="190500" algn="tl" rotWithShape="0">
              <a:srgbClr val="000000">
                <a:alpha val="70000"/>
              </a:srgbClr>
            </a:outerShdw>
          </a:effectLst>
        </p:spPr>
      </p:pic>
      <p:pic>
        <p:nvPicPr>
          <p:cNvPr id="16" name="Picture 15" descr="A shelf with skulls and gloves&#10;&#10;AI-generated content may be incorrect.">
            <a:extLst>
              <a:ext uri="{FF2B5EF4-FFF2-40B4-BE49-F238E27FC236}">
                <a16:creationId xmlns:a16="http://schemas.microsoft.com/office/drawing/2014/main" id="{4DF34CBD-45ED-8C5F-5E8C-BF0921B6E34B}"/>
              </a:ext>
            </a:extLst>
          </p:cNvPr>
          <p:cNvPicPr>
            <a:picLocks noChangeAspect="1"/>
          </p:cNvPicPr>
          <p:nvPr/>
        </p:nvPicPr>
        <p:blipFill>
          <a:blip r:embed="rId3"/>
          <a:stretch>
            <a:fillRect/>
          </a:stretch>
        </p:blipFill>
        <p:spPr>
          <a:xfrm>
            <a:off x="835259" y="194350"/>
            <a:ext cx="1131242" cy="2011096"/>
          </a:xfrm>
          <a:prstGeom prst="rect">
            <a:avLst/>
          </a:prstGeom>
        </p:spPr>
      </p:pic>
      <p:pic>
        <p:nvPicPr>
          <p:cNvPr id="18" name="Picture 17" descr="A shelf with toys and objects on it&#10;&#10;AI-generated content may be incorrect.">
            <a:extLst>
              <a:ext uri="{FF2B5EF4-FFF2-40B4-BE49-F238E27FC236}">
                <a16:creationId xmlns:a16="http://schemas.microsoft.com/office/drawing/2014/main" id="{BEA46029-5E67-B3AF-158F-491F8ECBBD7F}"/>
              </a:ext>
            </a:extLst>
          </p:cNvPr>
          <p:cNvPicPr>
            <a:picLocks noChangeAspect="1"/>
          </p:cNvPicPr>
          <p:nvPr/>
        </p:nvPicPr>
        <p:blipFill>
          <a:blip r:embed="rId6"/>
          <a:stretch>
            <a:fillRect/>
          </a:stretch>
        </p:blipFill>
        <p:spPr>
          <a:xfrm>
            <a:off x="750282" y="2466959"/>
            <a:ext cx="1301196" cy="1924082"/>
          </a:xfrm>
          <a:prstGeom prst="rect">
            <a:avLst/>
          </a:prstGeom>
        </p:spPr>
      </p:pic>
      <p:pic>
        <p:nvPicPr>
          <p:cNvPr id="20" name="Picture 19" descr="A shelf with toys and objects on it&#10;&#10;AI-generated content may be incorrect.">
            <a:extLst>
              <a:ext uri="{FF2B5EF4-FFF2-40B4-BE49-F238E27FC236}">
                <a16:creationId xmlns:a16="http://schemas.microsoft.com/office/drawing/2014/main" id="{BE9365D4-F39C-9180-E805-987978B25EDA}"/>
              </a:ext>
            </a:extLst>
          </p:cNvPr>
          <p:cNvPicPr>
            <a:picLocks noChangeAspect="1"/>
          </p:cNvPicPr>
          <p:nvPr/>
        </p:nvPicPr>
        <p:blipFill>
          <a:blip r:embed="rId7"/>
          <a:stretch>
            <a:fillRect/>
          </a:stretch>
        </p:blipFill>
        <p:spPr>
          <a:xfrm>
            <a:off x="694110" y="4595122"/>
            <a:ext cx="1413539" cy="2068528"/>
          </a:xfrm>
          <a:prstGeom prst="rect">
            <a:avLst/>
          </a:prstGeom>
        </p:spPr>
      </p:pic>
      <p:pic>
        <p:nvPicPr>
          <p:cNvPr id="22" name="Picture 21" descr="A white silhouettes of people&#10;&#10;AI-generated content may be incorrect.">
            <a:extLst>
              <a:ext uri="{FF2B5EF4-FFF2-40B4-BE49-F238E27FC236}">
                <a16:creationId xmlns:a16="http://schemas.microsoft.com/office/drawing/2014/main" id="{CA5853E9-2605-C933-CEA9-AF40C51AB47E}"/>
              </a:ext>
            </a:extLst>
          </p:cNvPr>
          <p:cNvPicPr>
            <a:picLocks noChangeAspect="1"/>
          </p:cNvPicPr>
          <p:nvPr/>
        </p:nvPicPr>
        <p:blipFill>
          <a:blip r:embed="rId8"/>
          <a:stretch>
            <a:fillRect/>
          </a:stretch>
        </p:blipFill>
        <p:spPr>
          <a:xfrm>
            <a:off x="2532122" y="166048"/>
            <a:ext cx="1330854" cy="2011096"/>
          </a:xfrm>
          <a:prstGeom prst="rect">
            <a:avLst/>
          </a:prstGeom>
        </p:spPr>
      </p:pic>
      <p:pic>
        <p:nvPicPr>
          <p:cNvPr id="24" name="Picture 23" descr="A white and black background&#10;&#10;AI-generated content may be incorrect.">
            <a:extLst>
              <a:ext uri="{FF2B5EF4-FFF2-40B4-BE49-F238E27FC236}">
                <a16:creationId xmlns:a16="http://schemas.microsoft.com/office/drawing/2014/main" id="{F4441223-D705-26B9-0AF4-D5F06D46AA12}"/>
              </a:ext>
            </a:extLst>
          </p:cNvPr>
          <p:cNvPicPr>
            <a:picLocks noChangeAspect="1"/>
          </p:cNvPicPr>
          <p:nvPr/>
        </p:nvPicPr>
        <p:blipFill>
          <a:blip r:embed="rId9"/>
          <a:stretch>
            <a:fillRect/>
          </a:stretch>
        </p:blipFill>
        <p:spPr>
          <a:xfrm>
            <a:off x="2442024" y="2290865"/>
            <a:ext cx="1511050" cy="2234394"/>
          </a:xfrm>
          <a:prstGeom prst="rect">
            <a:avLst/>
          </a:prstGeom>
        </p:spPr>
      </p:pic>
      <p:pic>
        <p:nvPicPr>
          <p:cNvPr id="26" name="Picture 25" descr="A group of white squares&#10;&#10;AI-generated content may be incorrect.">
            <a:extLst>
              <a:ext uri="{FF2B5EF4-FFF2-40B4-BE49-F238E27FC236}">
                <a16:creationId xmlns:a16="http://schemas.microsoft.com/office/drawing/2014/main" id="{389F0163-95E8-8F8F-D6C3-E99ABC252B7F}"/>
              </a:ext>
            </a:extLst>
          </p:cNvPr>
          <p:cNvPicPr>
            <a:picLocks noChangeAspect="1"/>
          </p:cNvPicPr>
          <p:nvPr/>
        </p:nvPicPr>
        <p:blipFill>
          <a:blip r:embed="rId10"/>
          <a:stretch>
            <a:fillRect/>
          </a:stretch>
        </p:blipFill>
        <p:spPr>
          <a:xfrm>
            <a:off x="2490779" y="4623423"/>
            <a:ext cx="1413539" cy="2068529"/>
          </a:xfrm>
          <a:prstGeom prst="rect">
            <a:avLst/>
          </a:prstGeom>
        </p:spPr>
      </p:pic>
      <p:sp>
        <p:nvSpPr>
          <p:cNvPr id="28" name="Content Placeholder 3">
            <a:extLst>
              <a:ext uri="{FF2B5EF4-FFF2-40B4-BE49-F238E27FC236}">
                <a16:creationId xmlns:a16="http://schemas.microsoft.com/office/drawing/2014/main" id="{AEDB2840-E540-601D-9B2A-44BAEF953BA8}"/>
              </a:ext>
            </a:extLst>
          </p:cNvPr>
          <p:cNvSpPr>
            <a:spLocks noGrp="1"/>
          </p:cNvSpPr>
          <p:nvPr>
            <p:ph sz="half" idx="1"/>
          </p:nvPr>
        </p:nvSpPr>
        <p:spPr>
          <a:xfrm>
            <a:off x="4805046" y="2177144"/>
            <a:ext cx="4233359" cy="2845525"/>
          </a:xfrm>
        </p:spPr>
        <p:txBody>
          <a:bodyPr rtlCol="0"/>
          <a:lstStyle/>
          <a:p>
            <a:r>
              <a:rPr lang="en-GB" dirty="0"/>
              <a:t>Left side: reference images.</a:t>
            </a:r>
          </a:p>
          <a:p>
            <a:r>
              <a:rPr lang="en-GB" dirty="0"/>
              <a:t>Right side: masked images.</a:t>
            </a:r>
          </a:p>
          <a:p>
            <a:r>
              <a:rPr lang="en-GB" dirty="0"/>
              <a:t>Results after clutter calculations:</a:t>
            </a:r>
          </a:p>
        </p:txBody>
      </p:sp>
      <p:pic>
        <p:nvPicPr>
          <p:cNvPr id="27" name="Picture 26">
            <a:extLst>
              <a:ext uri="{FF2B5EF4-FFF2-40B4-BE49-F238E27FC236}">
                <a16:creationId xmlns:a16="http://schemas.microsoft.com/office/drawing/2014/main" id="{50D60082-7244-D388-E031-17364A568E69}"/>
              </a:ext>
            </a:extLst>
          </p:cNvPr>
          <p:cNvPicPr>
            <a:picLocks noChangeAspect="1"/>
          </p:cNvPicPr>
          <p:nvPr/>
        </p:nvPicPr>
        <p:blipFill>
          <a:blip r:embed="rId11"/>
          <a:stretch>
            <a:fillRect/>
          </a:stretch>
        </p:blipFill>
        <p:spPr>
          <a:xfrm>
            <a:off x="4930722" y="3699074"/>
            <a:ext cx="3982006" cy="1076475"/>
          </a:xfrm>
          <a:prstGeom prst="rect">
            <a:avLst/>
          </a:prstGeom>
        </p:spPr>
      </p:pic>
    </p:spTree>
    <p:extLst>
      <p:ext uri="{BB962C8B-B14F-4D97-AF65-F5344CB8AC3E}">
        <p14:creationId xmlns:p14="http://schemas.microsoft.com/office/powerpoint/2010/main" val="1178924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949BB-CF56-A487-DCEF-67A074892A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7E95F-C507-20CD-796C-590C5F8ED372}"/>
              </a:ext>
            </a:extLst>
          </p:cNvPr>
          <p:cNvSpPr>
            <a:spLocks noGrp="1"/>
          </p:cNvSpPr>
          <p:nvPr>
            <p:ph type="title"/>
          </p:nvPr>
        </p:nvSpPr>
        <p:spPr>
          <a:xfrm>
            <a:off x="436120" y="205740"/>
            <a:ext cx="1320110" cy="432000"/>
          </a:xfrm>
        </p:spPr>
        <p:txBody>
          <a:bodyPr rtlCol="0"/>
          <a:lstStyle/>
          <a:p>
            <a:pPr algn="ctr" rtl="0"/>
            <a:r>
              <a:rPr lang="en-GB" dirty="0"/>
              <a:t>Test</a:t>
            </a:r>
          </a:p>
        </p:txBody>
      </p:sp>
      <p:sp>
        <p:nvSpPr>
          <p:cNvPr id="4" name="Content Placeholder 3">
            <a:extLst>
              <a:ext uri="{FF2B5EF4-FFF2-40B4-BE49-F238E27FC236}">
                <a16:creationId xmlns:a16="http://schemas.microsoft.com/office/drawing/2014/main" id="{1F99EB03-18D4-0084-ED32-C6541FC29D7E}"/>
              </a:ext>
            </a:extLst>
          </p:cNvPr>
          <p:cNvSpPr>
            <a:spLocks noGrp="1"/>
          </p:cNvSpPr>
          <p:nvPr>
            <p:ph sz="half" idx="1"/>
          </p:nvPr>
        </p:nvSpPr>
        <p:spPr>
          <a:xfrm>
            <a:off x="436119" y="739682"/>
            <a:ext cx="7287080" cy="5936391"/>
          </a:xfrm>
        </p:spPr>
        <p:txBody>
          <a:bodyPr rtlCol="0"/>
          <a:lstStyle/>
          <a:p>
            <a:pPr marL="0" indent="0" rtl="0">
              <a:buNone/>
            </a:pPr>
            <a:r>
              <a:rPr lang="en-GB" sz="2800" dirty="0"/>
              <a:t>Testing YOLOv8 &amp; YOLOv11</a:t>
            </a:r>
          </a:p>
          <a:p>
            <a:pPr rtl="0"/>
            <a:r>
              <a:rPr lang="en-GB" dirty="0"/>
              <a:t>Python script to perform tests and output results.</a:t>
            </a:r>
          </a:p>
          <a:p>
            <a:pPr rtl="0"/>
            <a:r>
              <a:rPr lang="en-GB" dirty="0"/>
              <a:t>Libraries used: </a:t>
            </a:r>
            <a:r>
              <a:rPr lang="en-GB" dirty="0" err="1"/>
              <a:t>ultralytics</a:t>
            </a:r>
            <a:r>
              <a:rPr lang="en-GB" dirty="0"/>
              <a:t>, </a:t>
            </a:r>
            <a:r>
              <a:rPr lang="en-GB" dirty="0" err="1"/>
              <a:t>os</a:t>
            </a:r>
            <a:r>
              <a:rPr lang="en-GB" dirty="0"/>
              <a:t>, pandas, cv2, </a:t>
            </a:r>
            <a:r>
              <a:rPr lang="en-GB" dirty="0" err="1"/>
              <a:t>numpy</a:t>
            </a:r>
            <a:r>
              <a:rPr lang="en-GB" dirty="0"/>
              <a:t>, </a:t>
            </a:r>
            <a:r>
              <a:rPr lang="en-GB" dirty="0" err="1"/>
              <a:t>pathlib</a:t>
            </a:r>
            <a:r>
              <a:rPr lang="en-GB" dirty="0"/>
              <a:t>, re.</a:t>
            </a:r>
          </a:p>
          <a:p>
            <a:pPr rtl="0"/>
            <a:r>
              <a:rPr lang="en-GB" dirty="0"/>
              <a:t>Test images with ground truth annotation.</a:t>
            </a:r>
          </a:p>
          <a:p>
            <a:pPr rtl="0"/>
            <a:r>
              <a:rPr lang="en-GB" dirty="0"/>
              <a:t>Output images from models into folders.</a:t>
            </a:r>
          </a:p>
          <a:p>
            <a:pPr rtl="0"/>
            <a:r>
              <a:rPr lang="en-GB" dirty="0"/>
              <a:t>CSV file with test results contains:</a:t>
            </a:r>
          </a:p>
          <a:p>
            <a:pPr lvl="1"/>
            <a:r>
              <a:rPr lang="en-GB" sz="1400" dirty="0"/>
              <a:t>Model name</a:t>
            </a:r>
          </a:p>
          <a:p>
            <a:pPr lvl="1"/>
            <a:r>
              <a:rPr lang="en-GB" sz="1400" dirty="0"/>
              <a:t>Clutter level</a:t>
            </a:r>
          </a:p>
          <a:p>
            <a:pPr lvl="1"/>
            <a:r>
              <a:rPr lang="en-GB" sz="1400" dirty="0"/>
              <a:t>Image name</a:t>
            </a:r>
          </a:p>
          <a:p>
            <a:pPr lvl="1"/>
            <a:r>
              <a:rPr lang="en-GB" sz="1400" dirty="0"/>
              <a:t>Number of detections</a:t>
            </a:r>
          </a:p>
          <a:p>
            <a:pPr lvl="1"/>
            <a:r>
              <a:rPr lang="en-GB" sz="1400" dirty="0"/>
              <a:t>Average confidence</a:t>
            </a:r>
          </a:p>
          <a:p>
            <a:pPr lvl="1"/>
            <a:r>
              <a:rPr lang="en-GB" sz="1400" dirty="0"/>
              <a:t>True Positive (TP)</a:t>
            </a:r>
          </a:p>
          <a:p>
            <a:pPr lvl="1"/>
            <a:r>
              <a:rPr lang="en-GB" sz="1400" dirty="0"/>
              <a:t>False Positive (FP)</a:t>
            </a:r>
          </a:p>
          <a:p>
            <a:pPr lvl="1"/>
            <a:r>
              <a:rPr lang="en-GB" sz="1400" dirty="0"/>
              <a:t>False Negative (FN)</a:t>
            </a:r>
          </a:p>
          <a:p>
            <a:pPr lvl="1"/>
            <a:r>
              <a:rPr lang="en-GB" sz="1400" dirty="0"/>
              <a:t>Precision</a:t>
            </a:r>
          </a:p>
          <a:p>
            <a:pPr lvl="1"/>
            <a:r>
              <a:rPr lang="en-GB" sz="1400" dirty="0"/>
              <a:t>Recall</a:t>
            </a:r>
          </a:p>
          <a:p>
            <a:pPr lvl="1"/>
            <a:r>
              <a:rPr lang="en-GB" sz="1400" dirty="0"/>
              <a:t>F1 score</a:t>
            </a:r>
          </a:p>
          <a:p>
            <a:pPr lvl="1"/>
            <a:r>
              <a:rPr lang="en-GB" sz="1400" dirty="0"/>
              <a:t>Average Intersection over Union (IoU)</a:t>
            </a:r>
          </a:p>
        </p:txBody>
      </p:sp>
      <p:sp>
        <p:nvSpPr>
          <p:cNvPr id="6" name="Slide Number Placeholder 5">
            <a:extLst>
              <a:ext uri="{FF2B5EF4-FFF2-40B4-BE49-F238E27FC236}">
                <a16:creationId xmlns:a16="http://schemas.microsoft.com/office/drawing/2014/main" id="{57722DFB-9DC0-921B-ABEF-3A3A6D792662}"/>
              </a:ext>
            </a:extLst>
          </p:cNvPr>
          <p:cNvSpPr>
            <a:spLocks noGrp="1"/>
          </p:cNvSpPr>
          <p:nvPr>
            <p:ph type="sldNum" sz="quarter" idx="34"/>
          </p:nvPr>
        </p:nvSpPr>
        <p:spPr/>
        <p:txBody>
          <a:bodyPr rtlCol="0"/>
          <a:lstStyle/>
          <a:p>
            <a:pPr rtl="0"/>
            <a:fld id="{19B51A1E-902D-48AF-9020-955120F399B6}" type="slidenum">
              <a:rPr lang="en-GB" smtClean="0"/>
              <a:pPr rtl="0"/>
              <a:t>12</a:t>
            </a:fld>
            <a:endParaRPr lang="en-GB"/>
          </a:p>
        </p:txBody>
      </p:sp>
      <p:sp>
        <p:nvSpPr>
          <p:cNvPr id="7" name="Picture Placeholder 6">
            <a:extLst>
              <a:ext uri="{FF2B5EF4-FFF2-40B4-BE49-F238E27FC236}">
                <a16:creationId xmlns:a16="http://schemas.microsoft.com/office/drawing/2014/main" id="{62D57C3B-2C6D-D69E-8200-DB39C336ACB0}"/>
              </a:ext>
            </a:extLst>
          </p:cNvPr>
          <p:cNvSpPr>
            <a:spLocks noGrp="1"/>
          </p:cNvSpPr>
          <p:nvPr>
            <p:ph type="pic" sz="quarter" idx="33"/>
          </p:nvPr>
        </p:nvSpPr>
        <p:spPr/>
        <p:txBody>
          <a:bodyPr/>
          <a:lstStyle/>
          <a:p>
            <a:endParaRPr lang="en-GB"/>
          </a:p>
        </p:txBody>
      </p:sp>
      <p:pic>
        <p:nvPicPr>
          <p:cNvPr id="8" name="Picture 7" descr="A screen shot of a computer&#10;&#10;AI-generated content may be incorrect.">
            <a:extLst>
              <a:ext uri="{FF2B5EF4-FFF2-40B4-BE49-F238E27FC236}">
                <a16:creationId xmlns:a16="http://schemas.microsoft.com/office/drawing/2014/main" id="{A12DA562-A3E5-CD40-7F62-1605B2C8CCE9}"/>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aturation sat="0"/>
                    </a14:imgEffect>
                  </a14:imgLayer>
                </a14:imgProps>
              </a:ext>
            </a:extLst>
          </a:blip>
          <a:srcRect l="14205" t="6232" r="74478" b="45857"/>
          <a:stretch/>
        </p:blipFill>
        <p:spPr>
          <a:xfrm>
            <a:off x="9980477" y="0"/>
            <a:ext cx="2211523" cy="62075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4090518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E4479-112F-F4A8-4C5A-4025C7C49C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F5548-2B38-FFDA-86D7-1D4EC0437E2E}"/>
              </a:ext>
            </a:extLst>
          </p:cNvPr>
          <p:cNvSpPr>
            <a:spLocks noGrp="1"/>
          </p:cNvSpPr>
          <p:nvPr>
            <p:ph type="title"/>
          </p:nvPr>
        </p:nvSpPr>
        <p:spPr>
          <a:xfrm>
            <a:off x="436120" y="205740"/>
            <a:ext cx="2270794" cy="432000"/>
          </a:xfrm>
        </p:spPr>
        <p:txBody>
          <a:bodyPr rtlCol="0"/>
          <a:lstStyle/>
          <a:p>
            <a:pPr algn="ctr" rtl="0"/>
            <a:r>
              <a:rPr lang="en-GB" dirty="0"/>
              <a:t>Analysis</a:t>
            </a:r>
          </a:p>
        </p:txBody>
      </p:sp>
      <p:sp>
        <p:nvSpPr>
          <p:cNvPr id="4" name="Content Placeholder 3">
            <a:extLst>
              <a:ext uri="{FF2B5EF4-FFF2-40B4-BE49-F238E27FC236}">
                <a16:creationId xmlns:a16="http://schemas.microsoft.com/office/drawing/2014/main" id="{8B4A8D60-6186-0086-22FA-00C1A9797B51}"/>
              </a:ext>
            </a:extLst>
          </p:cNvPr>
          <p:cNvSpPr>
            <a:spLocks noGrp="1"/>
          </p:cNvSpPr>
          <p:nvPr>
            <p:ph sz="half" idx="1"/>
          </p:nvPr>
        </p:nvSpPr>
        <p:spPr>
          <a:xfrm>
            <a:off x="436119" y="739682"/>
            <a:ext cx="7287080" cy="5936391"/>
          </a:xfrm>
        </p:spPr>
        <p:txBody>
          <a:bodyPr rtlCol="0"/>
          <a:lstStyle/>
          <a:p>
            <a:pPr marL="0" indent="0" rtl="0">
              <a:buNone/>
            </a:pPr>
            <a:r>
              <a:rPr lang="en-GB" sz="2800" dirty="0"/>
              <a:t>Kruskal-Wallis test &amp; Dunn’s Post-Hoc test</a:t>
            </a:r>
          </a:p>
          <a:p>
            <a:pPr rtl="0"/>
            <a:r>
              <a:rPr lang="en-GB" dirty="0"/>
              <a:t>Kruskal-Wallis test to compare four groups (Clutter level 0 to 3).</a:t>
            </a:r>
          </a:p>
          <a:p>
            <a:pPr lvl="1"/>
            <a:r>
              <a:rPr lang="en-GB" dirty="0"/>
              <a:t>Check if there is a statistically significant difference.</a:t>
            </a:r>
          </a:p>
          <a:p>
            <a:pPr lvl="1"/>
            <a:r>
              <a:rPr lang="en-GB" dirty="0"/>
              <a:t>Uses F1 scores grouped by clutter level.</a:t>
            </a:r>
          </a:p>
          <a:p>
            <a:r>
              <a:rPr lang="en-GB" dirty="0"/>
              <a:t>Run Post-Hoc test if there is a significant difference.</a:t>
            </a:r>
          </a:p>
          <a:p>
            <a:pPr lvl="1"/>
            <a:r>
              <a:rPr lang="en-GB" dirty="0"/>
              <a:t>Check which levels of clutter differ.</a:t>
            </a:r>
          </a:p>
          <a:p>
            <a:pPr lvl="1"/>
            <a:r>
              <a:rPr lang="en-GB" dirty="0"/>
              <a:t>Uses Tukey’s HSD to test each pair of clutter level.</a:t>
            </a:r>
          </a:p>
          <a:p>
            <a:r>
              <a:rPr lang="en-GB" dirty="0"/>
              <a:t>Output after test:</a:t>
            </a:r>
          </a:p>
          <a:p>
            <a:pPr lvl="1"/>
            <a:endParaRPr lang="en-GB" sz="1200" dirty="0"/>
          </a:p>
        </p:txBody>
      </p:sp>
      <p:sp>
        <p:nvSpPr>
          <p:cNvPr id="6" name="Slide Number Placeholder 5">
            <a:extLst>
              <a:ext uri="{FF2B5EF4-FFF2-40B4-BE49-F238E27FC236}">
                <a16:creationId xmlns:a16="http://schemas.microsoft.com/office/drawing/2014/main" id="{A58B10BA-B784-4F86-A7BD-5FE2D5011241}"/>
              </a:ext>
            </a:extLst>
          </p:cNvPr>
          <p:cNvSpPr>
            <a:spLocks noGrp="1"/>
          </p:cNvSpPr>
          <p:nvPr>
            <p:ph type="sldNum" sz="quarter" idx="34"/>
          </p:nvPr>
        </p:nvSpPr>
        <p:spPr/>
        <p:txBody>
          <a:bodyPr rtlCol="0"/>
          <a:lstStyle/>
          <a:p>
            <a:pPr rtl="0"/>
            <a:fld id="{19B51A1E-902D-48AF-9020-955120F399B6}" type="slidenum">
              <a:rPr lang="en-GB" smtClean="0"/>
              <a:pPr rtl="0"/>
              <a:t>13</a:t>
            </a:fld>
            <a:endParaRPr lang="en-GB"/>
          </a:p>
        </p:txBody>
      </p:sp>
      <p:sp>
        <p:nvSpPr>
          <p:cNvPr id="7" name="Picture Placeholder 6">
            <a:extLst>
              <a:ext uri="{FF2B5EF4-FFF2-40B4-BE49-F238E27FC236}">
                <a16:creationId xmlns:a16="http://schemas.microsoft.com/office/drawing/2014/main" id="{EB30A26A-F44A-E210-C71F-AFFA0F311C66}"/>
              </a:ext>
            </a:extLst>
          </p:cNvPr>
          <p:cNvSpPr>
            <a:spLocks noGrp="1"/>
          </p:cNvSpPr>
          <p:nvPr>
            <p:ph type="pic" sz="quarter" idx="33"/>
          </p:nvPr>
        </p:nvSpPr>
        <p:spPr/>
        <p:txBody>
          <a:bodyPr/>
          <a:lstStyle/>
          <a:p>
            <a:endParaRPr lang="en-GB"/>
          </a:p>
        </p:txBody>
      </p:sp>
      <p:pic>
        <p:nvPicPr>
          <p:cNvPr id="8" name="Picture 7" descr="A screen shot of a computer&#10;&#10;AI-generated content may be incorrect.">
            <a:extLst>
              <a:ext uri="{FF2B5EF4-FFF2-40B4-BE49-F238E27FC236}">
                <a16:creationId xmlns:a16="http://schemas.microsoft.com/office/drawing/2014/main" id="{F5491475-5E11-5EA5-B127-D9115BD302BA}"/>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aturation sat="0"/>
                    </a14:imgEffect>
                  </a14:imgLayer>
                </a14:imgProps>
              </a:ext>
            </a:extLst>
          </a:blip>
          <a:srcRect l="14205" t="6232" r="74478" b="45857"/>
          <a:stretch/>
        </p:blipFill>
        <p:spPr>
          <a:xfrm>
            <a:off x="9980477" y="0"/>
            <a:ext cx="2211523" cy="6207500"/>
          </a:xfrm>
          <a:prstGeom prst="rect">
            <a:avLst/>
          </a:prstGeom>
          <a:ln>
            <a:noFill/>
          </a:ln>
          <a:effectLst>
            <a:outerShdw blurRad="190500" algn="tl" rotWithShape="0">
              <a:srgbClr val="000000">
                <a:alpha val="70000"/>
              </a:srgbClr>
            </a:outerShdw>
          </a:effectLst>
        </p:spPr>
      </p:pic>
      <p:pic>
        <p:nvPicPr>
          <p:cNvPr id="5" name="Picture 4">
            <a:extLst>
              <a:ext uri="{FF2B5EF4-FFF2-40B4-BE49-F238E27FC236}">
                <a16:creationId xmlns:a16="http://schemas.microsoft.com/office/drawing/2014/main" id="{8F55C0B3-12B7-204F-F91C-7A5A3F1C713B}"/>
              </a:ext>
            </a:extLst>
          </p:cNvPr>
          <p:cNvPicPr>
            <a:picLocks noChangeAspect="1"/>
          </p:cNvPicPr>
          <p:nvPr/>
        </p:nvPicPr>
        <p:blipFill>
          <a:blip r:embed="rId5"/>
          <a:stretch>
            <a:fillRect/>
          </a:stretch>
        </p:blipFill>
        <p:spPr>
          <a:xfrm>
            <a:off x="4960623" y="3920258"/>
            <a:ext cx="2586805" cy="2406440"/>
          </a:xfrm>
          <a:prstGeom prst="rect">
            <a:avLst/>
          </a:prstGeom>
        </p:spPr>
      </p:pic>
      <p:graphicFrame>
        <p:nvGraphicFramePr>
          <p:cNvPr id="9" name="Chart 8">
            <a:extLst>
              <a:ext uri="{FF2B5EF4-FFF2-40B4-BE49-F238E27FC236}">
                <a16:creationId xmlns:a16="http://schemas.microsoft.com/office/drawing/2014/main" id="{451FD905-F992-27C2-8D56-6C8258ED2C76}"/>
              </a:ext>
            </a:extLst>
          </p:cNvPr>
          <p:cNvGraphicFramePr>
            <a:graphicFrameLocks/>
          </p:cNvGraphicFramePr>
          <p:nvPr>
            <p:extLst>
              <p:ext uri="{D42A27DB-BD31-4B8C-83A1-F6EECF244321}">
                <p14:modId xmlns:p14="http://schemas.microsoft.com/office/powerpoint/2010/main" val="3285428406"/>
              </p:ext>
            </p:extLst>
          </p:nvPr>
        </p:nvGraphicFramePr>
        <p:xfrm>
          <a:off x="483507" y="3640050"/>
          <a:ext cx="4446814" cy="2686648"/>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47753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2CE54D-3D19-C918-3716-2AEF0A2B7E47}"/>
            </a:ext>
          </a:extLst>
        </p:cNvPr>
        <p:cNvGrpSpPr/>
        <p:nvPr/>
      </p:nvGrpSpPr>
      <p:grpSpPr>
        <a:xfrm>
          <a:off x="0" y="0"/>
          <a:ext cx="0" cy="0"/>
          <a:chOff x="0" y="0"/>
          <a:chExt cx="0" cy="0"/>
        </a:xfrm>
      </p:grpSpPr>
      <p:pic>
        <p:nvPicPr>
          <p:cNvPr id="14" name="Picture 13" descr="A screen shot of a computer&#10;&#10;AI-generated content may be incorrect.">
            <a:extLst>
              <a:ext uri="{FF2B5EF4-FFF2-40B4-BE49-F238E27FC236}">
                <a16:creationId xmlns:a16="http://schemas.microsoft.com/office/drawing/2014/main" id="{E5906593-74A0-E85F-AAC4-E2BB3B0F66BB}"/>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aturation sat="0"/>
                    </a14:imgEffect>
                  </a14:imgLayer>
                </a14:imgProps>
              </a:ext>
            </a:extLst>
          </a:blip>
          <a:srcRect l="14205" t="6232" r="74478" b="45857"/>
          <a:stretch/>
        </p:blipFill>
        <p:spPr>
          <a:xfrm>
            <a:off x="9980613" y="0"/>
            <a:ext cx="2211523" cy="6189830"/>
          </a:xfrm>
          <a:prstGeom prst="rect">
            <a:avLst/>
          </a:prstGeom>
          <a:ln>
            <a:noFill/>
          </a:ln>
          <a:effectLst>
            <a:outerShdw blurRad="190500" algn="tl" rotWithShape="0">
              <a:srgbClr val="000000">
                <a:alpha val="70000"/>
              </a:srgbClr>
            </a:outerShdw>
          </a:effectLst>
        </p:spPr>
      </p:pic>
      <p:pic>
        <p:nvPicPr>
          <p:cNvPr id="12" name="Picture Placeholder 11" descr="A shelf with objects on it&#10;&#10;AI-generated content may be incorrect.">
            <a:extLst>
              <a:ext uri="{FF2B5EF4-FFF2-40B4-BE49-F238E27FC236}">
                <a16:creationId xmlns:a16="http://schemas.microsoft.com/office/drawing/2014/main" id="{BD3E85F5-0C7E-F379-1E59-2AD7EC5758AC}"/>
              </a:ext>
            </a:extLst>
          </p:cNvPr>
          <p:cNvPicPr>
            <a:picLocks noGrp="1" noChangeAspect="1"/>
          </p:cNvPicPr>
          <p:nvPr>
            <p:ph type="pic" sz="quarter" idx="13"/>
          </p:nvPr>
        </p:nvPicPr>
        <p:blipFill>
          <a:blip r:embed="rId5">
            <a:duotone>
              <a:prstClr val="black"/>
              <a:schemeClr val="tx2">
                <a:tint val="45000"/>
                <a:satMod val="400000"/>
              </a:schemeClr>
            </a:duotone>
          </a:blip>
          <a:srcRect t="30908" b="30908"/>
          <a:stretch>
            <a:fillRect/>
          </a:stretch>
        </p:blipFill>
        <p:spPr>
          <a:xfrm>
            <a:off x="69850" y="63500"/>
            <a:ext cx="9910763" cy="6727825"/>
          </a:xfrm>
        </p:spPr>
      </p:pic>
      <p:sp>
        <p:nvSpPr>
          <p:cNvPr id="3" name="Title 2">
            <a:extLst>
              <a:ext uri="{FF2B5EF4-FFF2-40B4-BE49-F238E27FC236}">
                <a16:creationId xmlns:a16="http://schemas.microsoft.com/office/drawing/2014/main" id="{E0A2EE00-F089-0821-29A6-653F6FE4F7B4}"/>
              </a:ext>
            </a:extLst>
          </p:cNvPr>
          <p:cNvSpPr>
            <a:spLocks noGrp="1"/>
          </p:cNvSpPr>
          <p:nvPr>
            <p:ph type="ctrTitle"/>
          </p:nvPr>
        </p:nvSpPr>
        <p:spPr>
          <a:xfrm>
            <a:off x="286990" y="4346296"/>
            <a:ext cx="6798250" cy="1674470"/>
          </a:xfrm>
        </p:spPr>
        <p:txBody>
          <a:bodyPr rtlCol="0" anchor="b">
            <a:normAutofit/>
          </a:bodyPr>
          <a:lstStyle/>
          <a:p>
            <a:pPr rtl="0"/>
            <a:r>
              <a:rPr lang="en-GB" dirty="0"/>
              <a:t>Research Methods</a:t>
            </a:r>
          </a:p>
        </p:txBody>
      </p:sp>
      <p:sp>
        <p:nvSpPr>
          <p:cNvPr id="4" name="Subtitle 3">
            <a:extLst>
              <a:ext uri="{FF2B5EF4-FFF2-40B4-BE49-F238E27FC236}">
                <a16:creationId xmlns:a16="http://schemas.microsoft.com/office/drawing/2014/main" id="{2A008D7E-BD65-DB4A-76AB-A7D8C7B22FB1}"/>
              </a:ext>
            </a:extLst>
          </p:cNvPr>
          <p:cNvSpPr>
            <a:spLocks noGrp="1"/>
          </p:cNvSpPr>
          <p:nvPr>
            <p:ph type="subTitle" idx="1"/>
          </p:nvPr>
        </p:nvSpPr>
        <p:spPr>
          <a:xfrm>
            <a:off x="7302380" y="4650539"/>
            <a:ext cx="2203570" cy="1192038"/>
          </a:xfrm>
        </p:spPr>
        <p:txBody>
          <a:bodyPr rtlCol="0" anchor="ctr">
            <a:normAutofit/>
          </a:bodyPr>
          <a:lstStyle/>
          <a:p>
            <a:r>
              <a:rPr lang="en-GB" sz="1750" dirty="0"/>
              <a:t>Methodology, Research Question &amp; Data Management</a:t>
            </a:r>
          </a:p>
        </p:txBody>
      </p:sp>
      <p:sp>
        <p:nvSpPr>
          <p:cNvPr id="5" name="Slide Number Placeholder 4">
            <a:extLst>
              <a:ext uri="{FF2B5EF4-FFF2-40B4-BE49-F238E27FC236}">
                <a16:creationId xmlns:a16="http://schemas.microsoft.com/office/drawing/2014/main" id="{7A454C92-BED7-742C-923D-15F594E0B634}"/>
              </a:ext>
            </a:extLst>
          </p:cNvPr>
          <p:cNvSpPr>
            <a:spLocks noGrp="1"/>
          </p:cNvSpPr>
          <p:nvPr>
            <p:ph type="sldNum" sz="quarter" idx="11"/>
          </p:nvPr>
        </p:nvSpPr>
        <p:spPr>
          <a:xfrm>
            <a:off x="11447502" y="6401750"/>
            <a:ext cx="278418" cy="274324"/>
          </a:xfrm>
        </p:spPr>
        <p:txBody>
          <a:bodyPr rtlCol="0" anchor="ctr">
            <a:normAutofit/>
          </a:bodyPr>
          <a:lstStyle/>
          <a:p>
            <a:pPr rtl="0">
              <a:spcAft>
                <a:spcPts val="600"/>
              </a:spcAft>
            </a:pPr>
            <a:fld id="{19B51A1E-902D-48AF-9020-955120F399B6}" type="slidenum">
              <a:rPr lang="en-GB" smtClean="0"/>
              <a:pPr rtl="0">
                <a:spcAft>
                  <a:spcPts val="600"/>
                </a:spcAft>
              </a:pPr>
              <a:t>14</a:t>
            </a:fld>
            <a:endParaRPr lang="en-GB"/>
          </a:p>
        </p:txBody>
      </p:sp>
    </p:spTree>
    <p:extLst>
      <p:ext uri="{BB962C8B-B14F-4D97-AF65-F5344CB8AC3E}">
        <p14:creationId xmlns:p14="http://schemas.microsoft.com/office/powerpoint/2010/main" val="4511358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58D02-07C5-8EF2-247E-E00A748201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633102-5919-8D76-188F-83B7D6A520B5}"/>
              </a:ext>
            </a:extLst>
          </p:cNvPr>
          <p:cNvSpPr>
            <a:spLocks noGrp="1"/>
          </p:cNvSpPr>
          <p:nvPr>
            <p:ph type="title"/>
          </p:nvPr>
        </p:nvSpPr>
        <p:spPr>
          <a:xfrm>
            <a:off x="436119" y="205740"/>
            <a:ext cx="5267995" cy="432000"/>
          </a:xfrm>
        </p:spPr>
        <p:txBody>
          <a:bodyPr rtlCol="0"/>
          <a:lstStyle/>
          <a:p>
            <a:pPr algn="ctr" rtl="0"/>
            <a:r>
              <a:rPr lang="en-GB" dirty="0"/>
              <a:t>Methodology overview</a:t>
            </a:r>
          </a:p>
        </p:txBody>
      </p:sp>
      <p:sp>
        <p:nvSpPr>
          <p:cNvPr id="4" name="Content Placeholder 3">
            <a:extLst>
              <a:ext uri="{FF2B5EF4-FFF2-40B4-BE49-F238E27FC236}">
                <a16:creationId xmlns:a16="http://schemas.microsoft.com/office/drawing/2014/main" id="{9C3A89A4-2D6D-0431-937D-75C3CBBBDA26}"/>
              </a:ext>
            </a:extLst>
          </p:cNvPr>
          <p:cNvSpPr>
            <a:spLocks noGrp="1"/>
          </p:cNvSpPr>
          <p:nvPr>
            <p:ph sz="half" idx="1"/>
          </p:nvPr>
        </p:nvSpPr>
        <p:spPr>
          <a:xfrm>
            <a:off x="436119" y="739682"/>
            <a:ext cx="7287080" cy="2838089"/>
          </a:xfrm>
        </p:spPr>
        <p:txBody>
          <a:bodyPr rtlCol="0"/>
          <a:lstStyle/>
          <a:p>
            <a:pPr marL="0" indent="0" rtl="0">
              <a:buNone/>
            </a:pPr>
            <a:r>
              <a:rPr lang="en-GB" sz="2800" dirty="0"/>
              <a:t>YOLOv8 vs YOLOv11: detecting medicine box under clutter</a:t>
            </a:r>
          </a:p>
          <a:p>
            <a:pPr rtl="0"/>
            <a:r>
              <a:rPr lang="en-GB" dirty="0"/>
              <a:t>Approach:</a:t>
            </a:r>
          </a:p>
          <a:p>
            <a:pPr lvl="1"/>
            <a:r>
              <a:rPr lang="en-GB" dirty="0"/>
              <a:t>Create a custom dataset</a:t>
            </a:r>
          </a:p>
          <a:p>
            <a:pPr lvl="1"/>
            <a:r>
              <a:rPr lang="en-GB" dirty="0"/>
              <a:t>Set levels of clutter</a:t>
            </a:r>
          </a:p>
          <a:p>
            <a:pPr lvl="1"/>
            <a:r>
              <a:rPr lang="en-GB" dirty="0"/>
              <a:t>Train and evaluate YOLO models</a:t>
            </a:r>
          </a:p>
          <a:p>
            <a:r>
              <a:rPr lang="en-GB" dirty="0"/>
              <a:t>Aid future development of assistive system for visually impaired users</a:t>
            </a:r>
          </a:p>
          <a:p>
            <a:pPr lvl="1"/>
            <a:endParaRPr lang="en-GB" dirty="0"/>
          </a:p>
          <a:p>
            <a:pPr lvl="1"/>
            <a:endParaRPr lang="en-GB" sz="1200" dirty="0"/>
          </a:p>
        </p:txBody>
      </p:sp>
      <p:sp>
        <p:nvSpPr>
          <p:cNvPr id="6" name="Slide Number Placeholder 5">
            <a:extLst>
              <a:ext uri="{FF2B5EF4-FFF2-40B4-BE49-F238E27FC236}">
                <a16:creationId xmlns:a16="http://schemas.microsoft.com/office/drawing/2014/main" id="{CCE6D807-6368-07D9-37BE-74AB36DD810C}"/>
              </a:ext>
            </a:extLst>
          </p:cNvPr>
          <p:cNvSpPr>
            <a:spLocks noGrp="1"/>
          </p:cNvSpPr>
          <p:nvPr>
            <p:ph type="sldNum" sz="quarter" idx="34"/>
          </p:nvPr>
        </p:nvSpPr>
        <p:spPr/>
        <p:txBody>
          <a:bodyPr rtlCol="0"/>
          <a:lstStyle/>
          <a:p>
            <a:pPr rtl="0"/>
            <a:fld id="{19B51A1E-902D-48AF-9020-955120F399B6}" type="slidenum">
              <a:rPr lang="en-GB" smtClean="0"/>
              <a:pPr rtl="0"/>
              <a:t>15</a:t>
            </a:fld>
            <a:endParaRPr lang="en-GB"/>
          </a:p>
        </p:txBody>
      </p:sp>
      <p:sp>
        <p:nvSpPr>
          <p:cNvPr id="7" name="Picture Placeholder 6">
            <a:extLst>
              <a:ext uri="{FF2B5EF4-FFF2-40B4-BE49-F238E27FC236}">
                <a16:creationId xmlns:a16="http://schemas.microsoft.com/office/drawing/2014/main" id="{44198E07-9097-C9D5-7006-700A2F8FCDED}"/>
              </a:ext>
            </a:extLst>
          </p:cNvPr>
          <p:cNvSpPr>
            <a:spLocks noGrp="1"/>
          </p:cNvSpPr>
          <p:nvPr>
            <p:ph type="pic" sz="quarter" idx="33"/>
          </p:nvPr>
        </p:nvSpPr>
        <p:spPr/>
        <p:txBody>
          <a:bodyPr/>
          <a:lstStyle/>
          <a:p>
            <a:endParaRPr lang="en-GB"/>
          </a:p>
        </p:txBody>
      </p:sp>
      <p:pic>
        <p:nvPicPr>
          <p:cNvPr id="8" name="Picture 7" descr="A screen shot of a computer&#10;&#10;AI-generated content may be incorrect.">
            <a:extLst>
              <a:ext uri="{FF2B5EF4-FFF2-40B4-BE49-F238E27FC236}">
                <a16:creationId xmlns:a16="http://schemas.microsoft.com/office/drawing/2014/main" id="{ED61286D-505A-AFA7-E46C-84CA590479FC}"/>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aturation sat="0"/>
                    </a14:imgEffect>
                  </a14:imgLayer>
                </a14:imgProps>
              </a:ext>
            </a:extLst>
          </a:blip>
          <a:srcRect l="14205" t="6232" r="74478" b="45857"/>
          <a:stretch/>
        </p:blipFill>
        <p:spPr>
          <a:xfrm>
            <a:off x="9980477" y="0"/>
            <a:ext cx="2211523" cy="6207500"/>
          </a:xfrm>
          <a:prstGeom prst="rect">
            <a:avLst/>
          </a:prstGeom>
          <a:ln>
            <a:noFill/>
          </a:ln>
          <a:effectLst>
            <a:outerShdw blurRad="190500" algn="tl" rotWithShape="0">
              <a:srgbClr val="000000">
                <a:alpha val="70000"/>
              </a:srgbClr>
            </a:outerShdw>
          </a:effectLst>
        </p:spPr>
      </p:pic>
      <p:graphicFrame>
        <p:nvGraphicFramePr>
          <p:cNvPr id="3" name="Diagram 2">
            <a:extLst>
              <a:ext uri="{FF2B5EF4-FFF2-40B4-BE49-F238E27FC236}">
                <a16:creationId xmlns:a16="http://schemas.microsoft.com/office/drawing/2014/main" id="{90E4E3D9-0CFE-BA2C-38BD-A9C6DFEE4F46}"/>
              </a:ext>
            </a:extLst>
          </p:cNvPr>
          <p:cNvGraphicFramePr/>
          <p:nvPr>
            <p:extLst>
              <p:ext uri="{D42A27DB-BD31-4B8C-83A1-F6EECF244321}">
                <p14:modId xmlns:p14="http://schemas.microsoft.com/office/powerpoint/2010/main" val="1006097546"/>
              </p:ext>
            </p:extLst>
          </p:nvPr>
        </p:nvGraphicFramePr>
        <p:xfrm>
          <a:off x="436118" y="3577771"/>
          <a:ext cx="7408852" cy="108857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30113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B7981-23C2-B08B-FAB1-CA823862D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EC700F-2C5B-24D3-DBCB-D4627544B851}"/>
              </a:ext>
            </a:extLst>
          </p:cNvPr>
          <p:cNvSpPr>
            <a:spLocks noGrp="1"/>
          </p:cNvSpPr>
          <p:nvPr>
            <p:ph type="title"/>
          </p:nvPr>
        </p:nvSpPr>
        <p:spPr>
          <a:xfrm>
            <a:off x="436119" y="205740"/>
            <a:ext cx="7466910" cy="432000"/>
          </a:xfrm>
        </p:spPr>
        <p:txBody>
          <a:bodyPr rtlCol="0"/>
          <a:lstStyle/>
          <a:p>
            <a:pPr algn="ctr" rtl="0"/>
            <a:r>
              <a:rPr lang="en-GB" dirty="0"/>
              <a:t>Hypothesis &amp; research design</a:t>
            </a:r>
          </a:p>
        </p:txBody>
      </p:sp>
      <p:sp>
        <p:nvSpPr>
          <p:cNvPr id="4" name="Content Placeholder 3">
            <a:extLst>
              <a:ext uri="{FF2B5EF4-FFF2-40B4-BE49-F238E27FC236}">
                <a16:creationId xmlns:a16="http://schemas.microsoft.com/office/drawing/2014/main" id="{8BA0A1BA-E7D5-8B10-95B0-89BB4F4F0A33}"/>
              </a:ext>
            </a:extLst>
          </p:cNvPr>
          <p:cNvSpPr>
            <a:spLocks noGrp="1"/>
          </p:cNvSpPr>
          <p:nvPr>
            <p:ph sz="half" idx="1"/>
          </p:nvPr>
        </p:nvSpPr>
        <p:spPr>
          <a:xfrm>
            <a:off x="436119" y="739682"/>
            <a:ext cx="9390052" cy="3396889"/>
          </a:xfrm>
        </p:spPr>
        <p:txBody>
          <a:bodyPr rtlCol="0"/>
          <a:lstStyle/>
          <a:p>
            <a:pPr marL="0" indent="0" rtl="0">
              <a:buNone/>
            </a:pPr>
            <a:r>
              <a:rPr lang="en-GB" sz="2000" dirty="0"/>
              <a:t>Research question: </a:t>
            </a:r>
            <a:r>
              <a:rPr lang="en-GB" sz="2000" i="1" dirty="0"/>
              <a:t>“How does the level of clutter affect the object detection performance of YOLOv8 model compared to YOLOv11 model when locating a medicine box on a shelf?”</a:t>
            </a:r>
          </a:p>
          <a:p>
            <a:pPr rtl="0"/>
            <a:r>
              <a:rPr lang="en-GB" dirty="0"/>
              <a:t>Hypothesis:</a:t>
            </a:r>
          </a:p>
          <a:p>
            <a:pPr lvl="1"/>
            <a:r>
              <a:rPr lang="en-GB" i="1" dirty="0"/>
              <a:t>H0: No statistically significant between both models across levels of clutter.</a:t>
            </a:r>
          </a:p>
          <a:p>
            <a:pPr lvl="1"/>
            <a:r>
              <a:rPr lang="en-GB" i="1" dirty="0"/>
              <a:t>H1: Statistically significant between both models across levels of clutter.</a:t>
            </a:r>
          </a:p>
          <a:p>
            <a:r>
              <a:rPr lang="en-GB" dirty="0"/>
              <a:t>Testing set up:</a:t>
            </a:r>
          </a:p>
          <a:p>
            <a:pPr lvl="1"/>
            <a:r>
              <a:rPr lang="en-GB" dirty="0"/>
              <a:t>100 images (25 per clutter level).</a:t>
            </a:r>
          </a:p>
          <a:p>
            <a:pPr lvl="1"/>
            <a:r>
              <a:rPr lang="en-GB" dirty="0"/>
              <a:t>Same test for both models.</a:t>
            </a:r>
          </a:p>
          <a:p>
            <a:pPr lvl="1"/>
            <a:r>
              <a:rPr lang="en-GB" dirty="0"/>
              <a:t>Metrics: Precision, Recall, F1 score, IoU.</a:t>
            </a:r>
          </a:p>
          <a:p>
            <a:pPr lvl="1"/>
            <a:endParaRPr lang="en-GB" sz="1200" dirty="0"/>
          </a:p>
        </p:txBody>
      </p:sp>
      <p:sp>
        <p:nvSpPr>
          <p:cNvPr id="6" name="Slide Number Placeholder 5">
            <a:extLst>
              <a:ext uri="{FF2B5EF4-FFF2-40B4-BE49-F238E27FC236}">
                <a16:creationId xmlns:a16="http://schemas.microsoft.com/office/drawing/2014/main" id="{166345FF-A195-66BA-AC02-7DDCEB137200}"/>
              </a:ext>
            </a:extLst>
          </p:cNvPr>
          <p:cNvSpPr>
            <a:spLocks noGrp="1"/>
          </p:cNvSpPr>
          <p:nvPr>
            <p:ph type="sldNum" sz="quarter" idx="34"/>
          </p:nvPr>
        </p:nvSpPr>
        <p:spPr/>
        <p:txBody>
          <a:bodyPr rtlCol="0"/>
          <a:lstStyle/>
          <a:p>
            <a:pPr rtl="0"/>
            <a:fld id="{19B51A1E-902D-48AF-9020-955120F399B6}" type="slidenum">
              <a:rPr lang="en-GB" smtClean="0"/>
              <a:pPr rtl="0"/>
              <a:t>16</a:t>
            </a:fld>
            <a:endParaRPr lang="en-GB"/>
          </a:p>
        </p:txBody>
      </p:sp>
      <p:sp>
        <p:nvSpPr>
          <p:cNvPr id="7" name="Picture Placeholder 6">
            <a:extLst>
              <a:ext uri="{FF2B5EF4-FFF2-40B4-BE49-F238E27FC236}">
                <a16:creationId xmlns:a16="http://schemas.microsoft.com/office/drawing/2014/main" id="{C536F44A-10C1-D0FF-439F-D046051AFEAA}"/>
              </a:ext>
            </a:extLst>
          </p:cNvPr>
          <p:cNvSpPr>
            <a:spLocks noGrp="1"/>
          </p:cNvSpPr>
          <p:nvPr>
            <p:ph type="pic" sz="quarter" idx="33"/>
          </p:nvPr>
        </p:nvSpPr>
        <p:spPr/>
        <p:txBody>
          <a:bodyPr/>
          <a:lstStyle/>
          <a:p>
            <a:endParaRPr lang="en-GB"/>
          </a:p>
        </p:txBody>
      </p:sp>
      <p:pic>
        <p:nvPicPr>
          <p:cNvPr id="8" name="Picture 7" descr="A screen shot of a computer&#10;&#10;AI-generated content may be incorrect.">
            <a:extLst>
              <a:ext uri="{FF2B5EF4-FFF2-40B4-BE49-F238E27FC236}">
                <a16:creationId xmlns:a16="http://schemas.microsoft.com/office/drawing/2014/main" id="{70753FDF-DA9C-A40A-1515-833138975558}"/>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aturation sat="0"/>
                    </a14:imgEffect>
                  </a14:imgLayer>
                </a14:imgProps>
              </a:ext>
            </a:extLst>
          </a:blip>
          <a:srcRect l="14205" t="6232" r="74478" b="45857"/>
          <a:stretch/>
        </p:blipFill>
        <p:spPr>
          <a:xfrm>
            <a:off x="9980477" y="0"/>
            <a:ext cx="2211523" cy="6207500"/>
          </a:xfrm>
          <a:prstGeom prst="rect">
            <a:avLst/>
          </a:prstGeom>
          <a:ln>
            <a:noFill/>
          </a:ln>
          <a:effectLst>
            <a:outerShdw blurRad="190500" algn="tl" rotWithShape="0">
              <a:srgbClr val="000000">
                <a:alpha val="70000"/>
              </a:srgbClr>
            </a:outerShdw>
          </a:effectLst>
        </p:spPr>
      </p:pic>
      <p:graphicFrame>
        <p:nvGraphicFramePr>
          <p:cNvPr id="14" name="Diagram 13">
            <a:extLst>
              <a:ext uri="{FF2B5EF4-FFF2-40B4-BE49-F238E27FC236}">
                <a16:creationId xmlns:a16="http://schemas.microsoft.com/office/drawing/2014/main" id="{24F72F61-F8E9-5B91-EE1B-F19E062E83EA}"/>
              </a:ext>
            </a:extLst>
          </p:cNvPr>
          <p:cNvGraphicFramePr/>
          <p:nvPr>
            <p:extLst>
              <p:ext uri="{D42A27DB-BD31-4B8C-83A1-F6EECF244321}">
                <p14:modId xmlns:p14="http://schemas.microsoft.com/office/powerpoint/2010/main" val="4081539322"/>
              </p:ext>
            </p:extLst>
          </p:nvPr>
        </p:nvGraphicFramePr>
        <p:xfrm>
          <a:off x="436118" y="4136571"/>
          <a:ext cx="9390052" cy="251568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741878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2325B-C26D-E286-C762-54BA126644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BAD217-9392-B313-9B07-CE3FEE39F1E2}"/>
              </a:ext>
            </a:extLst>
          </p:cNvPr>
          <p:cNvSpPr>
            <a:spLocks noGrp="1"/>
          </p:cNvSpPr>
          <p:nvPr>
            <p:ph type="title"/>
          </p:nvPr>
        </p:nvSpPr>
        <p:spPr>
          <a:xfrm>
            <a:off x="436119" y="205740"/>
            <a:ext cx="7553995" cy="432000"/>
          </a:xfrm>
        </p:spPr>
        <p:txBody>
          <a:bodyPr rtlCol="0"/>
          <a:lstStyle/>
          <a:p>
            <a:pPr algn="ctr" rtl="0"/>
            <a:r>
              <a:rPr lang="en-GB" dirty="0"/>
              <a:t>Data Management &amp; Evaluation</a:t>
            </a:r>
          </a:p>
        </p:txBody>
      </p:sp>
      <p:sp>
        <p:nvSpPr>
          <p:cNvPr id="4" name="Content Placeholder 3">
            <a:extLst>
              <a:ext uri="{FF2B5EF4-FFF2-40B4-BE49-F238E27FC236}">
                <a16:creationId xmlns:a16="http://schemas.microsoft.com/office/drawing/2014/main" id="{0F007200-F0F1-CE54-0131-3293E05B8B39}"/>
              </a:ext>
            </a:extLst>
          </p:cNvPr>
          <p:cNvSpPr>
            <a:spLocks noGrp="1"/>
          </p:cNvSpPr>
          <p:nvPr>
            <p:ph sz="half" idx="1"/>
          </p:nvPr>
        </p:nvSpPr>
        <p:spPr>
          <a:xfrm>
            <a:off x="436119" y="739682"/>
            <a:ext cx="7287080" cy="3970204"/>
          </a:xfrm>
        </p:spPr>
        <p:txBody>
          <a:bodyPr rtlCol="0"/>
          <a:lstStyle/>
          <a:p>
            <a:pPr marL="0" indent="0" rtl="0">
              <a:buNone/>
            </a:pPr>
            <a:r>
              <a:rPr lang="en-GB" sz="2800" dirty="0"/>
              <a:t>Data pipeline &amp; statistical approach</a:t>
            </a:r>
          </a:p>
          <a:p>
            <a:pPr rtl="0"/>
            <a:r>
              <a:rPr lang="en-GB" dirty="0"/>
              <a:t>Data collection:</a:t>
            </a:r>
          </a:p>
          <a:p>
            <a:pPr lvl="1"/>
            <a:r>
              <a:rPr lang="en-GB" dirty="0"/>
              <a:t>626 raw images + data augmentation = 1498 (train/</a:t>
            </a:r>
            <a:r>
              <a:rPr lang="en-GB" dirty="0" err="1"/>
              <a:t>val</a:t>
            </a:r>
            <a:r>
              <a:rPr lang="en-GB" dirty="0"/>
              <a:t>/test).</a:t>
            </a:r>
          </a:p>
          <a:p>
            <a:r>
              <a:rPr lang="en-GB" dirty="0"/>
              <a:t>Labelling:</a:t>
            </a:r>
          </a:p>
          <a:p>
            <a:pPr lvl="1"/>
            <a:r>
              <a:rPr lang="en-GB" dirty="0" err="1"/>
              <a:t>Labelme</a:t>
            </a:r>
            <a:r>
              <a:rPr lang="en-GB" dirty="0"/>
              <a:t> &amp; labelme2yolo</a:t>
            </a:r>
          </a:p>
          <a:p>
            <a:r>
              <a:rPr lang="en-GB" dirty="0"/>
              <a:t>Clutter levels:</a:t>
            </a:r>
          </a:p>
          <a:p>
            <a:pPr lvl="1"/>
            <a:r>
              <a:rPr lang="en-GB" dirty="0"/>
              <a:t>Pixel coverage</a:t>
            </a:r>
          </a:p>
          <a:p>
            <a:pPr lvl="1"/>
            <a:r>
              <a:rPr lang="en-GB" dirty="0"/>
              <a:t>GIMP &amp; Python</a:t>
            </a:r>
          </a:p>
          <a:p>
            <a:r>
              <a:rPr lang="en-GB" dirty="0"/>
              <a:t>Statistical tests:</a:t>
            </a:r>
          </a:p>
          <a:p>
            <a:pPr lvl="1"/>
            <a:r>
              <a:rPr lang="en-GB" dirty="0"/>
              <a:t>Kruskal-Wallis</a:t>
            </a:r>
          </a:p>
          <a:p>
            <a:pPr lvl="1"/>
            <a:r>
              <a:rPr lang="en-GB" dirty="0"/>
              <a:t>Dunn’s Post-Hoc</a:t>
            </a:r>
          </a:p>
          <a:p>
            <a:pPr lvl="1"/>
            <a:endParaRPr lang="en-GB" sz="1200" dirty="0"/>
          </a:p>
        </p:txBody>
      </p:sp>
      <p:sp>
        <p:nvSpPr>
          <p:cNvPr id="6" name="Slide Number Placeholder 5">
            <a:extLst>
              <a:ext uri="{FF2B5EF4-FFF2-40B4-BE49-F238E27FC236}">
                <a16:creationId xmlns:a16="http://schemas.microsoft.com/office/drawing/2014/main" id="{3D7AD3CB-DEF2-AAB5-C961-2AA6C7364E96}"/>
              </a:ext>
            </a:extLst>
          </p:cNvPr>
          <p:cNvSpPr>
            <a:spLocks noGrp="1"/>
          </p:cNvSpPr>
          <p:nvPr>
            <p:ph type="sldNum" sz="quarter" idx="34"/>
          </p:nvPr>
        </p:nvSpPr>
        <p:spPr/>
        <p:txBody>
          <a:bodyPr rtlCol="0"/>
          <a:lstStyle/>
          <a:p>
            <a:pPr rtl="0"/>
            <a:fld id="{19B51A1E-902D-48AF-9020-955120F399B6}" type="slidenum">
              <a:rPr lang="en-GB" smtClean="0"/>
              <a:pPr rtl="0"/>
              <a:t>17</a:t>
            </a:fld>
            <a:endParaRPr lang="en-GB"/>
          </a:p>
        </p:txBody>
      </p:sp>
      <p:pic>
        <p:nvPicPr>
          <p:cNvPr id="9" name="Picture Placeholder 8" descr="A screenshot of a computer&#10;&#10;AI-generated content may be incorrect.">
            <a:extLst>
              <a:ext uri="{FF2B5EF4-FFF2-40B4-BE49-F238E27FC236}">
                <a16:creationId xmlns:a16="http://schemas.microsoft.com/office/drawing/2014/main" id="{D6E39D14-FB19-CA51-7EC5-C226EBD40C3F}"/>
              </a:ext>
            </a:extLst>
          </p:cNvPr>
          <p:cNvPicPr>
            <a:picLocks noGrp="1" noChangeAspect="1"/>
          </p:cNvPicPr>
          <p:nvPr>
            <p:ph type="pic" sz="quarter" idx="33"/>
          </p:nvPr>
        </p:nvPicPr>
        <p:blipFill>
          <a:blip r:embed="rId3"/>
          <a:srcRect l="37775" r="37775"/>
          <a:stretch>
            <a:fillRect/>
          </a:stretch>
        </p:blipFill>
        <p:spPr/>
      </p:pic>
      <p:pic>
        <p:nvPicPr>
          <p:cNvPr id="8" name="Picture 7" descr="A screen shot of a computer&#10;&#10;AI-generated content may be incorrect.">
            <a:extLst>
              <a:ext uri="{FF2B5EF4-FFF2-40B4-BE49-F238E27FC236}">
                <a16:creationId xmlns:a16="http://schemas.microsoft.com/office/drawing/2014/main" id="{D97DC544-F276-6D22-2000-CDF75042EA00}"/>
              </a:ext>
            </a:extLst>
          </p:cNvPr>
          <p:cNvPicPr>
            <a:picLocks noChangeAspect="1"/>
          </p:cNvPicPr>
          <p:nvPr/>
        </p:nvPicPr>
        <p:blipFill>
          <a:blip r:embed="rId4">
            <a:duotone>
              <a:prstClr val="black"/>
              <a:srgbClr val="D9C3A5">
                <a:tint val="50000"/>
                <a:satMod val="180000"/>
              </a:srgbClr>
            </a:duotone>
            <a:extLst>
              <a:ext uri="{BEBA8EAE-BF5A-486C-A8C5-ECC9F3942E4B}">
                <a14:imgProps xmlns:a14="http://schemas.microsoft.com/office/drawing/2010/main">
                  <a14:imgLayer r:embed="rId5">
                    <a14:imgEffect>
                      <a14:saturation sat="0"/>
                    </a14:imgEffect>
                  </a14:imgLayer>
                </a14:imgProps>
              </a:ext>
            </a:extLst>
          </a:blip>
          <a:srcRect l="14205" t="6232" r="74478" b="45857"/>
          <a:stretch/>
        </p:blipFill>
        <p:spPr>
          <a:xfrm>
            <a:off x="9980477" y="0"/>
            <a:ext cx="2211523" cy="6207500"/>
          </a:xfrm>
          <a:prstGeom prst="rect">
            <a:avLst/>
          </a:prstGeom>
          <a:ln>
            <a:noFill/>
          </a:ln>
          <a:effectLst>
            <a:outerShdw blurRad="190500" algn="tl" rotWithShape="0">
              <a:srgbClr val="000000">
                <a:alpha val="70000"/>
              </a:srgbClr>
            </a:outerShdw>
          </a:effectLst>
        </p:spPr>
      </p:pic>
      <p:pic>
        <p:nvPicPr>
          <p:cNvPr id="11" name="Picture 10" descr="A screenshot of a computer&#10;&#10;AI-generated content may be incorrect.">
            <a:extLst>
              <a:ext uri="{FF2B5EF4-FFF2-40B4-BE49-F238E27FC236}">
                <a16:creationId xmlns:a16="http://schemas.microsoft.com/office/drawing/2014/main" id="{476DFB9F-261F-D18E-D45C-E7E53A92EE18}"/>
              </a:ext>
            </a:extLst>
          </p:cNvPr>
          <p:cNvPicPr>
            <a:picLocks noChangeAspect="1"/>
          </p:cNvPicPr>
          <p:nvPr/>
        </p:nvPicPr>
        <p:blipFill>
          <a:blip r:embed="rId3"/>
          <a:stretch>
            <a:fillRect/>
          </a:stretch>
        </p:blipFill>
        <p:spPr>
          <a:xfrm>
            <a:off x="3442667" y="2200159"/>
            <a:ext cx="6233141" cy="4266905"/>
          </a:xfrm>
          <a:prstGeom prst="rect">
            <a:avLst/>
          </a:prstGeom>
        </p:spPr>
      </p:pic>
    </p:spTree>
    <p:extLst>
      <p:ext uri="{BB962C8B-B14F-4D97-AF65-F5344CB8AC3E}">
        <p14:creationId xmlns:p14="http://schemas.microsoft.com/office/powerpoint/2010/main" val="727800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16DA99-A0BE-1D3B-2E7D-637B9C6C4218}"/>
            </a:ext>
          </a:extLst>
        </p:cNvPr>
        <p:cNvGrpSpPr/>
        <p:nvPr/>
      </p:nvGrpSpPr>
      <p:grpSpPr>
        <a:xfrm>
          <a:off x="0" y="0"/>
          <a:ext cx="0" cy="0"/>
          <a:chOff x="0" y="0"/>
          <a:chExt cx="0" cy="0"/>
        </a:xfrm>
      </p:grpSpPr>
      <p:pic>
        <p:nvPicPr>
          <p:cNvPr id="14" name="Picture 13" descr="A screen shot of a computer&#10;&#10;AI-generated content may be incorrect.">
            <a:extLst>
              <a:ext uri="{FF2B5EF4-FFF2-40B4-BE49-F238E27FC236}">
                <a16:creationId xmlns:a16="http://schemas.microsoft.com/office/drawing/2014/main" id="{D39821B4-DBD9-2A24-BCB9-14DCEA98D06E}"/>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aturation sat="0"/>
                    </a14:imgEffect>
                  </a14:imgLayer>
                </a14:imgProps>
              </a:ext>
            </a:extLst>
          </a:blip>
          <a:srcRect l="14205" t="6232" r="74478" b="45857"/>
          <a:stretch/>
        </p:blipFill>
        <p:spPr>
          <a:xfrm>
            <a:off x="9980613" y="0"/>
            <a:ext cx="2211523" cy="6189830"/>
          </a:xfrm>
          <a:prstGeom prst="rect">
            <a:avLst/>
          </a:prstGeom>
          <a:ln>
            <a:noFill/>
          </a:ln>
          <a:effectLst>
            <a:outerShdw blurRad="190500" algn="tl" rotWithShape="0">
              <a:srgbClr val="000000">
                <a:alpha val="70000"/>
              </a:srgbClr>
            </a:outerShdw>
          </a:effectLst>
        </p:spPr>
      </p:pic>
      <p:pic>
        <p:nvPicPr>
          <p:cNvPr id="12" name="Picture Placeholder 11" descr="A shelf with objects on it&#10;&#10;AI-generated content may be incorrect.">
            <a:extLst>
              <a:ext uri="{FF2B5EF4-FFF2-40B4-BE49-F238E27FC236}">
                <a16:creationId xmlns:a16="http://schemas.microsoft.com/office/drawing/2014/main" id="{2F387C52-12FB-5D0E-7B68-F3DEE4582214}"/>
              </a:ext>
            </a:extLst>
          </p:cNvPr>
          <p:cNvPicPr>
            <a:picLocks noGrp="1" noChangeAspect="1"/>
          </p:cNvPicPr>
          <p:nvPr>
            <p:ph type="pic" sz="quarter" idx="13"/>
          </p:nvPr>
        </p:nvPicPr>
        <p:blipFill>
          <a:blip r:embed="rId5">
            <a:duotone>
              <a:prstClr val="black"/>
              <a:schemeClr val="tx2">
                <a:tint val="45000"/>
                <a:satMod val="400000"/>
              </a:schemeClr>
            </a:duotone>
          </a:blip>
          <a:srcRect t="30908" b="30908"/>
          <a:stretch>
            <a:fillRect/>
          </a:stretch>
        </p:blipFill>
        <p:spPr>
          <a:xfrm>
            <a:off x="69850" y="63500"/>
            <a:ext cx="9910763" cy="6727825"/>
          </a:xfrm>
        </p:spPr>
      </p:pic>
      <p:sp>
        <p:nvSpPr>
          <p:cNvPr id="3" name="Title 2">
            <a:extLst>
              <a:ext uri="{FF2B5EF4-FFF2-40B4-BE49-F238E27FC236}">
                <a16:creationId xmlns:a16="http://schemas.microsoft.com/office/drawing/2014/main" id="{53E9D36F-8114-AE55-395A-79FB22005488}"/>
              </a:ext>
            </a:extLst>
          </p:cNvPr>
          <p:cNvSpPr>
            <a:spLocks noGrp="1"/>
          </p:cNvSpPr>
          <p:nvPr>
            <p:ph type="ctrTitle"/>
          </p:nvPr>
        </p:nvSpPr>
        <p:spPr>
          <a:xfrm>
            <a:off x="286990" y="4346296"/>
            <a:ext cx="6798250" cy="1674470"/>
          </a:xfrm>
        </p:spPr>
        <p:txBody>
          <a:bodyPr rtlCol="0" anchor="b">
            <a:normAutofit fontScale="90000"/>
          </a:bodyPr>
          <a:lstStyle/>
          <a:p>
            <a:pPr rtl="0"/>
            <a:r>
              <a:rPr lang="en-GB" dirty="0"/>
              <a:t>System development lifecycle</a:t>
            </a:r>
          </a:p>
        </p:txBody>
      </p:sp>
      <p:sp>
        <p:nvSpPr>
          <p:cNvPr id="4" name="Subtitle 3">
            <a:extLst>
              <a:ext uri="{FF2B5EF4-FFF2-40B4-BE49-F238E27FC236}">
                <a16:creationId xmlns:a16="http://schemas.microsoft.com/office/drawing/2014/main" id="{0AFAC925-A79A-7F89-D368-450D19C258A3}"/>
              </a:ext>
            </a:extLst>
          </p:cNvPr>
          <p:cNvSpPr>
            <a:spLocks noGrp="1"/>
          </p:cNvSpPr>
          <p:nvPr>
            <p:ph type="subTitle" idx="1"/>
          </p:nvPr>
        </p:nvSpPr>
        <p:spPr>
          <a:xfrm>
            <a:off x="7302380" y="4650539"/>
            <a:ext cx="2203570" cy="1192038"/>
          </a:xfrm>
        </p:spPr>
        <p:txBody>
          <a:bodyPr rtlCol="0" anchor="ctr">
            <a:normAutofit/>
          </a:bodyPr>
          <a:lstStyle/>
          <a:p>
            <a:r>
              <a:rPr lang="en-GB" sz="1750" dirty="0"/>
              <a:t>Iterative &amp; Incremental</a:t>
            </a:r>
          </a:p>
        </p:txBody>
      </p:sp>
      <p:sp>
        <p:nvSpPr>
          <p:cNvPr id="5" name="Slide Number Placeholder 4">
            <a:extLst>
              <a:ext uri="{FF2B5EF4-FFF2-40B4-BE49-F238E27FC236}">
                <a16:creationId xmlns:a16="http://schemas.microsoft.com/office/drawing/2014/main" id="{B3187609-95F2-2D08-C999-098AAB48FE4C}"/>
              </a:ext>
            </a:extLst>
          </p:cNvPr>
          <p:cNvSpPr>
            <a:spLocks noGrp="1"/>
          </p:cNvSpPr>
          <p:nvPr>
            <p:ph type="sldNum" sz="quarter" idx="11"/>
          </p:nvPr>
        </p:nvSpPr>
        <p:spPr>
          <a:xfrm>
            <a:off x="11447502" y="6401750"/>
            <a:ext cx="278418" cy="274324"/>
          </a:xfrm>
        </p:spPr>
        <p:txBody>
          <a:bodyPr rtlCol="0" anchor="ctr">
            <a:normAutofit/>
          </a:bodyPr>
          <a:lstStyle/>
          <a:p>
            <a:pPr rtl="0">
              <a:spcAft>
                <a:spcPts val="600"/>
              </a:spcAft>
            </a:pPr>
            <a:fld id="{19B51A1E-902D-48AF-9020-955120F399B6}" type="slidenum">
              <a:rPr lang="en-GB" smtClean="0"/>
              <a:pPr rtl="0">
                <a:spcAft>
                  <a:spcPts val="600"/>
                </a:spcAft>
              </a:pPr>
              <a:t>18</a:t>
            </a:fld>
            <a:endParaRPr lang="en-GB"/>
          </a:p>
        </p:txBody>
      </p:sp>
    </p:spTree>
    <p:extLst>
      <p:ext uri="{BB962C8B-B14F-4D97-AF65-F5344CB8AC3E}">
        <p14:creationId xmlns:p14="http://schemas.microsoft.com/office/powerpoint/2010/main" val="2956097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B6853-CE8F-5DF8-A1C7-F607DDB387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D7168A-EA61-A57E-7E34-3B096B9EC5DE}"/>
              </a:ext>
            </a:extLst>
          </p:cNvPr>
          <p:cNvSpPr>
            <a:spLocks noGrp="1"/>
          </p:cNvSpPr>
          <p:nvPr>
            <p:ph type="title"/>
          </p:nvPr>
        </p:nvSpPr>
        <p:spPr>
          <a:xfrm>
            <a:off x="436119" y="205740"/>
            <a:ext cx="1167710" cy="432000"/>
          </a:xfrm>
        </p:spPr>
        <p:txBody>
          <a:bodyPr rtlCol="0"/>
          <a:lstStyle/>
          <a:p>
            <a:pPr algn="ctr" rtl="0"/>
            <a:r>
              <a:rPr lang="en-GB" dirty="0"/>
              <a:t>SDLC</a:t>
            </a:r>
          </a:p>
        </p:txBody>
      </p:sp>
      <p:sp>
        <p:nvSpPr>
          <p:cNvPr id="4" name="Content Placeholder 3">
            <a:extLst>
              <a:ext uri="{FF2B5EF4-FFF2-40B4-BE49-F238E27FC236}">
                <a16:creationId xmlns:a16="http://schemas.microsoft.com/office/drawing/2014/main" id="{9BFA9004-762C-6E34-D96F-F99813A430DF}"/>
              </a:ext>
            </a:extLst>
          </p:cNvPr>
          <p:cNvSpPr>
            <a:spLocks noGrp="1"/>
          </p:cNvSpPr>
          <p:nvPr>
            <p:ph sz="half" idx="1"/>
          </p:nvPr>
        </p:nvSpPr>
        <p:spPr>
          <a:xfrm>
            <a:off x="436119" y="739683"/>
            <a:ext cx="5217195" cy="5167632"/>
          </a:xfrm>
        </p:spPr>
        <p:txBody>
          <a:bodyPr rtlCol="0"/>
          <a:lstStyle/>
          <a:p>
            <a:pPr marL="0" indent="0" rtl="0">
              <a:buNone/>
            </a:pPr>
            <a:r>
              <a:rPr lang="en-GB" sz="2800" dirty="0"/>
              <a:t>Iterative &amp; incremental</a:t>
            </a:r>
          </a:p>
          <a:p>
            <a:pPr rtl="0"/>
            <a:r>
              <a:rPr lang="en-GB" sz="1400" dirty="0"/>
              <a:t>Dataset:</a:t>
            </a:r>
          </a:p>
          <a:p>
            <a:pPr lvl="1"/>
            <a:r>
              <a:rPr lang="en-GB" sz="1200" dirty="0"/>
              <a:t>Collect and annotate images.</a:t>
            </a:r>
          </a:p>
          <a:p>
            <a:pPr lvl="1"/>
            <a:r>
              <a:rPr lang="en-GB" sz="1200" dirty="0"/>
              <a:t>Preprocess and augment dataset created for training.</a:t>
            </a:r>
          </a:p>
          <a:p>
            <a:r>
              <a:rPr lang="en-GB" sz="1400" dirty="0"/>
              <a:t>Training:</a:t>
            </a:r>
          </a:p>
          <a:p>
            <a:pPr lvl="1"/>
            <a:r>
              <a:rPr lang="en-GB" sz="1200" dirty="0"/>
              <a:t>Use dataset to train models (YOLOv8, YOLOv11).</a:t>
            </a:r>
          </a:p>
          <a:p>
            <a:pPr lvl="1"/>
            <a:r>
              <a:rPr lang="en-GB" sz="1200" dirty="0"/>
              <a:t>Optimise hyperparameters &amp; model configurations.</a:t>
            </a:r>
          </a:p>
          <a:p>
            <a:r>
              <a:rPr lang="en-GB" sz="1400" dirty="0"/>
              <a:t>Testing:</a:t>
            </a:r>
          </a:p>
          <a:p>
            <a:pPr lvl="1"/>
            <a:r>
              <a:rPr lang="en-GB" sz="1200" dirty="0"/>
              <a:t>Run models on test data to evaluate performance.</a:t>
            </a:r>
          </a:p>
          <a:p>
            <a:r>
              <a:rPr lang="en-GB" sz="1400" dirty="0"/>
              <a:t>Evaluation:</a:t>
            </a:r>
          </a:p>
          <a:p>
            <a:pPr lvl="1"/>
            <a:r>
              <a:rPr lang="en-GB" sz="1200" dirty="0"/>
              <a:t>Evaluate models performance (Precision, recall, F1 score, IoU).</a:t>
            </a:r>
          </a:p>
          <a:p>
            <a:pPr lvl="1"/>
            <a:r>
              <a:rPr lang="en-GB" sz="1200" dirty="0"/>
              <a:t>Analyse statistically significant (Kruskal-Wallis, Dunn’s Post-Hoc).</a:t>
            </a:r>
          </a:p>
          <a:p>
            <a:r>
              <a:rPr lang="en-GB" sz="1400" dirty="0"/>
              <a:t>Analysis:</a:t>
            </a:r>
          </a:p>
          <a:p>
            <a:pPr lvl="1"/>
            <a:r>
              <a:rPr lang="en-GB" sz="1200" dirty="0"/>
              <a:t>Compare YOLO models performance.</a:t>
            </a:r>
          </a:p>
          <a:p>
            <a:pPr lvl="1"/>
            <a:r>
              <a:rPr lang="en-GB" sz="1200" dirty="0"/>
              <a:t>Identify pros and cons in each model.</a:t>
            </a:r>
            <a:endParaRPr lang="en-GB" sz="1000" dirty="0"/>
          </a:p>
          <a:p>
            <a:r>
              <a:rPr lang="en-GB" sz="1400" dirty="0"/>
              <a:t>Future work:</a:t>
            </a:r>
          </a:p>
          <a:p>
            <a:pPr lvl="1"/>
            <a:r>
              <a:rPr lang="en-GB" sz="1200" dirty="0"/>
              <a:t>Plan improvements.</a:t>
            </a:r>
          </a:p>
          <a:p>
            <a:pPr lvl="1"/>
            <a:r>
              <a:rPr lang="en-GB" sz="1200" dirty="0"/>
              <a:t>Implement system integration for practical use.</a:t>
            </a:r>
          </a:p>
        </p:txBody>
      </p:sp>
      <p:sp>
        <p:nvSpPr>
          <p:cNvPr id="6" name="Slide Number Placeholder 5">
            <a:extLst>
              <a:ext uri="{FF2B5EF4-FFF2-40B4-BE49-F238E27FC236}">
                <a16:creationId xmlns:a16="http://schemas.microsoft.com/office/drawing/2014/main" id="{79634897-0A46-FD8E-CFD6-DB91D25DD7E2}"/>
              </a:ext>
            </a:extLst>
          </p:cNvPr>
          <p:cNvSpPr>
            <a:spLocks noGrp="1"/>
          </p:cNvSpPr>
          <p:nvPr>
            <p:ph type="sldNum" sz="quarter" idx="34"/>
          </p:nvPr>
        </p:nvSpPr>
        <p:spPr/>
        <p:txBody>
          <a:bodyPr rtlCol="0"/>
          <a:lstStyle/>
          <a:p>
            <a:pPr rtl="0"/>
            <a:fld id="{19B51A1E-902D-48AF-9020-955120F399B6}" type="slidenum">
              <a:rPr lang="en-GB" smtClean="0"/>
              <a:pPr rtl="0"/>
              <a:t>19</a:t>
            </a:fld>
            <a:endParaRPr lang="en-GB"/>
          </a:p>
        </p:txBody>
      </p:sp>
      <p:sp>
        <p:nvSpPr>
          <p:cNvPr id="7" name="Picture Placeholder 6">
            <a:extLst>
              <a:ext uri="{FF2B5EF4-FFF2-40B4-BE49-F238E27FC236}">
                <a16:creationId xmlns:a16="http://schemas.microsoft.com/office/drawing/2014/main" id="{687806D7-1F57-7D57-BC9C-D01271FD1991}"/>
              </a:ext>
            </a:extLst>
          </p:cNvPr>
          <p:cNvSpPr>
            <a:spLocks noGrp="1"/>
          </p:cNvSpPr>
          <p:nvPr>
            <p:ph type="pic" sz="quarter" idx="33"/>
          </p:nvPr>
        </p:nvSpPr>
        <p:spPr/>
        <p:txBody>
          <a:bodyPr/>
          <a:lstStyle/>
          <a:p>
            <a:endParaRPr lang="en-GB"/>
          </a:p>
        </p:txBody>
      </p:sp>
      <p:pic>
        <p:nvPicPr>
          <p:cNvPr id="8" name="Picture 7" descr="A screen shot of a computer&#10;&#10;AI-generated content may be incorrect.">
            <a:extLst>
              <a:ext uri="{FF2B5EF4-FFF2-40B4-BE49-F238E27FC236}">
                <a16:creationId xmlns:a16="http://schemas.microsoft.com/office/drawing/2014/main" id="{4611041A-03A3-A8EE-125E-4149D003A6B2}"/>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aturation sat="0"/>
                    </a14:imgEffect>
                  </a14:imgLayer>
                </a14:imgProps>
              </a:ext>
            </a:extLst>
          </a:blip>
          <a:srcRect l="14205" t="6232" r="74478" b="45857"/>
          <a:stretch/>
        </p:blipFill>
        <p:spPr>
          <a:xfrm>
            <a:off x="9980477" y="0"/>
            <a:ext cx="2211523" cy="6207500"/>
          </a:xfrm>
          <a:prstGeom prst="rect">
            <a:avLst/>
          </a:prstGeom>
          <a:ln>
            <a:noFill/>
          </a:ln>
          <a:effectLst>
            <a:outerShdw blurRad="190500" algn="tl" rotWithShape="0">
              <a:srgbClr val="000000">
                <a:alpha val="70000"/>
              </a:srgbClr>
            </a:outerShdw>
          </a:effectLst>
        </p:spPr>
      </p:pic>
      <p:graphicFrame>
        <p:nvGraphicFramePr>
          <p:cNvPr id="9" name="Diagram 8">
            <a:extLst>
              <a:ext uri="{FF2B5EF4-FFF2-40B4-BE49-F238E27FC236}">
                <a16:creationId xmlns:a16="http://schemas.microsoft.com/office/drawing/2014/main" id="{2970FE8F-B7C7-5567-A521-C3239A201A1D}"/>
              </a:ext>
            </a:extLst>
          </p:cNvPr>
          <p:cNvGraphicFramePr/>
          <p:nvPr>
            <p:extLst>
              <p:ext uri="{D42A27DB-BD31-4B8C-83A1-F6EECF244321}">
                <p14:modId xmlns:p14="http://schemas.microsoft.com/office/powerpoint/2010/main" val="3620417701"/>
              </p:ext>
            </p:extLst>
          </p:nvPr>
        </p:nvGraphicFramePr>
        <p:xfrm>
          <a:off x="5120866" y="738152"/>
          <a:ext cx="5392058" cy="389763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0" name="Arrow: Bent-Up 9">
            <a:extLst>
              <a:ext uri="{FF2B5EF4-FFF2-40B4-BE49-F238E27FC236}">
                <a16:creationId xmlns:a16="http://schemas.microsoft.com/office/drawing/2014/main" id="{B2F5E14C-4A15-732B-F8C7-555E00EF4966}"/>
              </a:ext>
            </a:extLst>
          </p:cNvPr>
          <p:cNvSpPr/>
          <p:nvPr/>
        </p:nvSpPr>
        <p:spPr>
          <a:xfrm>
            <a:off x="7235371" y="4635784"/>
            <a:ext cx="747486" cy="762000"/>
          </a:xfrm>
          <a:prstGeom prst="bentUpArrow">
            <a:avLst/>
          </a:prstGeom>
          <a:solidFill>
            <a:schemeClr val="bg2">
              <a:lumMod val="65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178CB202-7F0A-A06A-B6AC-E7521BFA9138}"/>
              </a:ext>
            </a:extLst>
          </p:cNvPr>
          <p:cNvSpPr txBox="1"/>
          <p:nvPr/>
        </p:nvSpPr>
        <p:spPr>
          <a:xfrm>
            <a:off x="6005285" y="5016784"/>
            <a:ext cx="1124857" cy="646331"/>
          </a:xfrm>
          <a:prstGeom prst="rect">
            <a:avLst/>
          </a:prstGeom>
          <a:noFill/>
        </p:spPr>
        <p:txBody>
          <a:bodyPr wrap="square" rtlCol="0">
            <a:spAutoFit/>
          </a:bodyPr>
          <a:lstStyle/>
          <a:p>
            <a:pPr algn="ctr"/>
            <a:r>
              <a:rPr lang="en-GB" sz="1800" dirty="0"/>
              <a:t>Initial Planning</a:t>
            </a:r>
          </a:p>
        </p:txBody>
      </p:sp>
      <p:sp>
        <p:nvSpPr>
          <p:cNvPr id="12" name="Arrow: Bent-Up 11">
            <a:extLst>
              <a:ext uri="{FF2B5EF4-FFF2-40B4-BE49-F238E27FC236}">
                <a16:creationId xmlns:a16="http://schemas.microsoft.com/office/drawing/2014/main" id="{ADFD98B5-CD3A-F6A6-DB0B-D698F182C283}"/>
              </a:ext>
            </a:extLst>
          </p:cNvPr>
          <p:cNvSpPr/>
          <p:nvPr/>
        </p:nvSpPr>
        <p:spPr>
          <a:xfrm rot="7820334">
            <a:off x="8822113" y="4232199"/>
            <a:ext cx="598965" cy="1067772"/>
          </a:xfrm>
          <a:prstGeom prst="bentUpArrow">
            <a:avLst/>
          </a:prstGeom>
          <a:solidFill>
            <a:schemeClr val="bg2">
              <a:lumMod val="65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85B2AD68-FFDA-A0E2-2091-009D17A5CAD3}"/>
              </a:ext>
            </a:extLst>
          </p:cNvPr>
          <p:cNvSpPr txBox="1"/>
          <p:nvPr/>
        </p:nvSpPr>
        <p:spPr>
          <a:xfrm rot="2381971">
            <a:off x="8164818" y="4816637"/>
            <a:ext cx="1124857" cy="646331"/>
          </a:xfrm>
          <a:prstGeom prst="rect">
            <a:avLst/>
          </a:prstGeom>
          <a:noFill/>
        </p:spPr>
        <p:txBody>
          <a:bodyPr wrap="square" rtlCol="0">
            <a:spAutoFit/>
          </a:bodyPr>
          <a:lstStyle/>
          <a:p>
            <a:pPr algn="ctr"/>
            <a:r>
              <a:rPr lang="en-GB" sz="1800" dirty="0"/>
              <a:t>Future Work</a:t>
            </a:r>
          </a:p>
        </p:txBody>
      </p:sp>
    </p:spTree>
    <p:extLst>
      <p:ext uri="{BB962C8B-B14F-4D97-AF65-F5344CB8AC3E}">
        <p14:creationId xmlns:p14="http://schemas.microsoft.com/office/powerpoint/2010/main" val="2950967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AF756E-4622-9ED1-E648-2BAED3FA7360}"/>
            </a:ext>
          </a:extLst>
        </p:cNvPr>
        <p:cNvGrpSpPr/>
        <p:nvPr/>
      </p:nvGrpSpPr>
      <p:grpSpPr>
        <a:xfrm>
          <a:off x="0" y="0"/>
          <a:ext cx="0" cy="0"/>
          <a:chOff x="0" y="0"/>
          <a:chExt cx="0" cy="0"/>
        </a:xfrm>
      </p:grpSpPr>
      <p:pic>
        <p:nvPicPr>
          <p:cNvPr id="14" name="Picture 13" descr="A screen shot of a computer&#10;&#10;AI-generated content may be incorrect.">
            <a:extLst>
              <a:ext uri="{FF2B5EF4-FFF2-40B4-BE49-F238E27FC236}">
                <a16:creationId xmlns:a16="http://schemas.microsoft.com/office/drawing/2014/main" id="{D97A7399-BEB5-841C-2C75-7F8CADC5914D}"/>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aturation sat="0"/>
                    </a14:imgEffect>
                  </a14:imgLayer>
                </a14:imgProps>
              </a:ext>
            </a:extLst>
          </a:blip>
          <a:srcRect l="14205" t="6232" r="74478" b="45857"/>
          <a:stretch/>
        </p:blipFill>
        <p:spPr>
          <a:xfrm>
            <a:off x="9980613" y="0"/>
            <a:ext cx="2211523" cy="6189830"/>
          </a:xfrm>
          <a:prstGeom prst="rect">
            <a:avLst/>
          </a:prstGeom>
          <a:ln>
            <a:noFill/>
          </a:ln>
          <a:effectLst>
            <a:outerShdw blurRad="190500" algn="tl" rotWithShape="0">
              <a:srgbClr val="000000">
                <a:alpha val="70000"/>
              </a:srgbClr>
            </a:outerShdw>
          </a:effectLst>
        </p:spPr>
      </p:pic>
      <p:pic>
        <p:nvPicPr>
          <p:cNvPr id="12" name="Picture Placeholder 11" descr="A shelf with objects on it&#10;&#10;AI-generated content may be incorrect.">
            <a:extLst>
              <a:ext uri="{FF2B5EF4-FFF2-40B4-BE49-F238E27FC236}">
                <a16:creationId xmlns:a16="http://schemas.microsoft.com/office/drawing/2014/main" id="{76A46842-5055-CD8F-C00D-DCDDE30D0D1D}"/>
              </a:ext>
            </a:extLst>
          </p:cNvPr>
          <p:cNvPicPr>
            <a:picLocks noGrp="1" noChangeAspect="1"/>
          </p:cNvPicPr>
          <p:nvPr>
            <p:ph type="pic" sz="quarter" idx="13"/>
          </p:nvPr>
        </p:nvPicPr>
        <p:blipFill>
          <a:blip r:embed="rId5">
            <a:duotone>
              <a:prstClr val="black"/>
              <a:schemeClr val="tx2">
                <a:tint val="45000"/>
                <a:satMod val="400000"/>
              </a:schemeClr>
            </a:duotone>
          </a:blip>
          <a:srcRect t="30908" b="30908"/>
          <a:stretch>
            <a:fillRect/>
          </a:stretch>
        </p:blipFill>
        <p:spPr>
          <a:xfrm>
            <a:off x="69850" y="63500"/>
            <a:ext cx="9910763" cy="6727825"/>
          </a:xfrm>
        </p:spPr>
      </p:pic>
      <p:sp>
        <p:nvSpPr>
          <p:cNvPr id="3" name="Title 2">
            <a:extLst>
              <a:ext uri="{FF2B5EF4-FFF2-40B4-BE49-F238E27FC236}">
                <a16:creationId xmlns:a16="http://schemas.microsoft.com/office/drawing/2014/main" id="{C8BEEE8D-80A8-71D6-AAA6-640D779EACA5}"/>
              </a:ext>
            </a:extLst>
          </p:cNvPr>
          <p:cNvSpPr>
            <a:spLocks noGrp="1"/>
          </p:cNvSpPr>
          <p:nvPr>
            <p:ph type="ctrTitle"/>
          </p:nvPr>
        </p:nvSpPr>
        <p:spPr>
          <a:xfrm>
            <a:off x="286990" y="4346296"/>
            <a:ext cx="6798250" cy="1674470"/>
          </a:xfrm>
        </p:spPr>
        <p:txBody>
          <a:bodyPr rtlCol="0" anchor="b">
            <a:normAutofit/>
          </a:bodyPr>
          <a:lstStyle/>
          <a:p>
            <a:pPr rtl="0"/>
            <a:r>
              <a:rPr lang="en-GB" dirty="0"/>
              <a:t>Ethical considerations</a:t>
            </a:r>
          </a:p>
        </p:txBody>
      </p:sp>
      <p:sp>
        <p:nvSpPr>
          <p:cNvPr id="4" name="Subtitle 3">
            <a:extLst>
              <a:ext uri="{FF2B5EF4-FFF2-40B4-BE49-F238E27FC236}">
                <a16:creationId xmlns:a16="http://schemas.microsoft.com/office/drawing/2014/main" id="{AD647315-18B1-2475-0797-2A4B5B4B5F06}"/>
              </a:ext>
            </a:extLst>
          </p:cNvPr>
          <p:cNvSpPr>
            <a:spLocks noGrp="1"/>
          </p:cNvSpPr>
          <p:nvPr>
            <p:ph type="subTitle" idx="1"/>
          </p:nvPr>
        </p:nvSpPr>
        <p:spPr>
          <a:xfrm>
            <a:off x="7302380" y="4650539"/>
            <a:ext cx="2203570" cy="1192038"/>
          </a:xfrm>
        </p:spPr>
        <p:txBody>
          <a:bodyPr rtlCol="0" anchor="ctr">
            <a:normAutofit/>
          </a:bodyPr>
          <a:lstStyle/>
          <a:p>
            <a:r>
              <a:rPr lang="en-GB" sz="1750" dirty="0"/>
              <a:t>With Health and Safety Risks</a:t>
            </a:r>
          </a:p>
        </p:txBody>
      </p:sp>
      <p:sp>
        <p:nvSpPr>
          <p:cNvPr id="5" name="Slide Number Placeholder 4">
            <a:extLst>
              <a:ext uri="{FF2B5EF4-FFF2-40B4-BE49-F238E27FC236}">
                <a16:creationId xmlns:a16="http://schemas.microsoft.com/office/drawing/2014/main" id="{5A67FF10-AD9E-D28A-84C7-92E2500D0894}"/>
              </a:ext>
            </a:extLst>
          </p:cNvPr>
          <p:cNvSpPr>
            <a:spLocks noGrp="1"/>
          </p:cNvSpPr>
          <p:nvPr>
            <p:ph type="sldNum" sz="quarter" idx="11"/>
          </p:nvPr>
        </p:nvSpPr>
        <p:spPr>
          <a:xfrm>
            <a:off x="11447502" y="6401750"/>
            <a:ext cx="278418" cy="274324"/>
          </a:xfrm>
        </p:spPr>
        <p:txBody>
          <a:bodyPr rtlCol="0" anchor="ctr">
            <a:normAutofit/>
          </a:bodyPr>
          <a:lstStyle/>
          <a:p>
            <a:pPr rtl="0">
              <a:spcAft>
                <a:spcPts val="600"/>
              </a:spcAft>
            </a:pPr>
            <a:fld id="{19B51A1E-902D-48AF-9020-955120F399B6}" type="slidenum">
              <a:rPr lang="en-GB" smtClean="0"/>
              <a:pPr rtl="0">
                <a:spcAft>
                  <a:spcPts val="600"/>
                </a:spcAft>
              </a:pPr>
              <a:t>20</a:t>
            </a:fld>
            <a:endParaRPr lang="en-GB"/>
          </a:p>
        </p:txBody>
      </p:sp>
    </p:spTree>
    <p:extLst>
      <p:ext uri="{BB962C8B-B14F-4D97-AF65-F5344CB8AC3E}">
        <p14:creationId xmlns:p14="http://schemas.microsoft.com/office/powerpoint/2010/main" val="31013283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13E58-85E3-A994-FBB6-988760688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D31C2-B072-E097-6CF6-AD2B2324AAA7}"/>
              </a:ext>
            </a:extLst>
          </p:cNvPr>
          <p:cNvSpPr>
            <a:spLocks noGrp="1"/>
          </p:cNvSpPr>
          <p:nvPr>
            <p:ph type="title"/>
          </p:nvPr>
        </p:nvSpPr>
        <p:spPr>
          <a:xfrm>
            <a:off x="436119" y="205740"/>
            <a:ext cx="6342051" cy="432000"/>
          </a:xfrm>
        </p:spPr>
        <p:txBody>
          <a:bodyPr rtlCol="0"/>
          <a:lstStyle/>
          <a:p>
            <a:pPr algn="ctr" rtl="0"/>
            <a:r>
              <a:rPr lang="en-GB" dirty="0"/>
              <a:t>Ethical Considerations</a:t>
            </a:r>
          </a:p>
        </p:txBody>
      </p:sp>
      <p:sp>
        <p:nvSpPr>
          <p:cNvPr id="4" name="Content Placeholder 3">
            <a:extLst>
              <a:ext uri="{FF2B5EF4-FFF2-40B4-BE49-F238E27FC236}">
                <a16:creationId xmlns:a16="http://schemas.microsoft.com/office/drawing/2014/main" id="{86B6A288-5D7C-2FCC-776F-E86883582F87}"/>
              </a:ext>
            </a:extLst>
          </p:cNvPr>
          <p:cNvSpPr>
            <a:spLocks noGrp="1"/>
          </p:cNvSpPr>
          <p:nvPr>
            <p:ph sz="half" idx="1"/>
          </p:nvPr>
        </p:nvSpPr>
        <p:spPr>
          <a:xfrm>
            <a:off x="436119" y="739683"/>
            <a:ext cx="7287080" cy="4594318"/>
          </a:xfrm>
        </p:spPr>
        <p:txBody>
          <a:bodyPr rtlCol="0"/>
          <a:lstStyle/>
          <a:p>
            <a:pPr rtl="0"/>
            <a:r>
              <a:rPr lang="en-GB" sz="1400" dirty="0"/>
              <a:t>Laws &amp; regulations:</a:t>
            </a:r>
          </a:p>
          <a:p>
            <a:pPr lvl="1"/>
            <a:r>
              <a:rPr lang="en-GB" sz="1200" dirty="0"/>
              <a:t>Adhere to GDPR and university research policies.</a:t>
            </a:r>
          </a:p>
          <a:p>
            <a:pPr lvl="1"/>
            <a:r>
              <a:rPr lang="en-GB" sz="1200" dirty="0"/>
              <a:t>No unnecessary personal data is collected.</a:t>
            </a:r>
          </a:p>
          <a:p>
            <a:pPr lvl="1"/>
            <a:r>
              <a:rPr lang="en-GB" sz="1200" dirty="0"/>
              <a:t>Compliance with national/international laws on surveillance.</a:t>
            </a:r>
          </a:p>
          <a:p>
            <a:r>
              <a:rPr lang="en-GB" sz="1400" dirty="0"/>
              <a:t>Ethical implications:</a:t>
            </a:r>
          </a:p>
          <a:p>
            <a:pPr lvl="1"/>
            <a:r>
              <a:rPr lang="en-GB" sz="1200" dirty="0"/>
              <a:t>No external participants.</a:t>
            </a:r>
          </a:p>
          <a:p>
            <a:pPr lvl="1"/>
            <a:r>
              <a:rPr lang="en-GB" sz="1200" dirty="0"/>
              <a:t>Bias mitigations with diverse dataset.</a:t>
            </a:r>
          </a:p>
          <a:p>
            <a:pPr lvl="1"/>
            <a:r>
              <a:rPr lang="en-GB" sz="1200" dirty="0"/>
              <a:t>Privacy risks minimised by limiting sensitive data use.</a:t>
            </a:r>
          </a:p>
          <a:p>
            <a:r>
              <a:rPr lang="en-GB" sz="1400" dirty="0"/>
              <a:t>Professional responsibility:</a:t>
            </a:r>
          </a:p>
          <a:p>
            <a:pPr lvl="1"/>
            <a:r>
              <a:rPr lang="en-GB" sz="1200" dirty="0"/>
              <a:t>Independent research – future may involve collaboration.</a:t>
            </a:r>
          </a:p>
          <a:p>
            <a:pPr lvl="1"/>
            <a:r>
              <a:rPr lang="en-GB" sz="1200" dirty="0"/>
              <a:t>AI development must ensure safety, transparency, and accountability.</a:t>
            </a:r>
          </a:p>
          <a:p>
            <a:r>
              <a:rPr lang="en-GB" sz="1400" dirty="0"/>
              <a:t>Health &amp; safety risks:</a:t>
            </a:r>
          </a:p>
          <a:p>
            <a:pPr lvl="1"/>
            <a:r>
              <a:rPr lang="en-GB" sz="1200" dirty="0"/>
              <a:t>Safe computer usage to avoid eye strain and ergonomic issues.</a:t>
            </a:r>
          </a:p>
          <a:p>
            <a:pPr lvl="1"/>
            <a:r>
              <a:rPr lang="en-GB" sz="1200" dirty="0"/>
              <a:t>Simple system design to avoid cognitive overload.</a:t>
            </a:r>
          </a:p>
          <a:p>
            <a:r>
              <a:rPr lang="en-GB" sz="1400" dirty="0"/>
              <a:t>Sustainability:</a:t>
            </a:r>
          </a:p>
          <a:p>
            <a:pPr lvl="1"/>
            <a:r>
              <a:rPr lang="en-GB" sz="1200" dirty="0"/>
              <a:t>Efficient use of computational resources and hardware.</a:t>
            </a:r>
          </a:p>
          <a:p>
            <a:pPr lvl="1"/>
            <a:r>
              <a:rPr lang="en-GB" sz="1200" dirty="0"/>
              <a:t>Long-term potential for low-power embedded devices like Raspberry Pi.</a:t>
            </a:r>
          </a:p>
        </p:txBody>
      </p:sp>
      <p:sp>
        <p:nvSpPr>
          <p:cNvPr id="6" name="Slide Number Placeholder 5">
            <a:extLst>
              <a:ext uri="{FF2B5EF4-FFF2-40B4-BE49-F238E27FC236}">
                <a16:creationId xmlns:a16="http://schemas.microsoft.com/office/drawing/2014/main" id="{630B333C-7107-0C14-1C5F-94F4B7D896E8}"/>
              </a:ext>
            </a:extLst>
          </p:cNvPr>
          <p:cNvSpPr>
            <a:spLocks noGrp="1"/>
          </p:cNvSpPr>
          <p:nvPr>
            <p:ph type="sldNum" sz="quarter" idx="34"/>
          </p:nvPr>
        </p:nvSpPr>
        <p:spPr/>
        <p:txBody>
          <a:bodyPr rtlCol="0"/>
          <a:lstStyle/>
          <a:p>
            <a:pPr rtl="0"/>
            <a:fld id="{19B51A1E-902D-48AF-9020-955120F399B6}" type="slidenum">
              <a:rPr lang="en-GB" smtClean="0"/>
              <a:pPr rtl="0"/>
              <a:t>21</a:t>
            </a:fld>
            <a:endParaRPr lang="en-GB"/>
          </a:p>
        </p:txBody>
      </p:sp>
      <p:sp>
        <p:nvSpPr>
          <p:cNvPr id="7" name="Picture Placeholder 6">
            <a:extLst>
              <a:ext uri="{FF2B5EF4-FFF2-40B4-BE49-F238E27FC236}">
                <a16:creationId xmlns:a16="http://schemas.microsoft.com/office/drawing/2014/main" id="{3698366E-4896-94C7-8085-CD24D0932C00}"/>
              </a:ext>
            </a:extLst>
          </p:cNvPr>
          <p:cNvSpPr>
            <a:spLocks noGrp="1"/>
          </p:cNvSpPr>
          <p:nvPr>
            <p:ph type="pic" sz="quarter" idx="33"/>
          </p:nvPr>
        </p:nvSpPr>
        <p:spPr/>
        <p:txBody>
          <a:bodyPr/>
          <a:lstStyle/>
          <a:p>
            <a:endParaRPr lang="en-GB"/>
          </a:p>
        </p:txBody>
      </p:sp>
      <p:pic>
        <p:nvPicPr>
          <p:cNvPr id="8" name="Picture 7" descr="A screen shot of a computer&#10;&#10;AI-generated content may be incorrect.">
            <a:extLst>
              <a:ext uri="{FF2B5EF4-FFF2-40B4-BE49-F238E27FC236}">
                <a16:creationId xmlns:a16="http://schemas.microsoft.com/office/drawing/2014/main" id="{17F44C12-2BA0-F6DE-C141-52422F7C537F}"/>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aturation sat="0"/>
                    </a14:imgEffect>
                  </a14:imgLayer>
                </a14:imgProps>
              </a:ext>
            </a:extLst>
          </a:blip>
          <a:srcRect l="14205" t="6232" r="74478" b="45857"/>
          <a:stretch/>
        </p:blipFill>
        <p:spPr>
          <a:xfrm>
            <a:off x="9980477" y="0"/>
            <a:ext cx="2211523" cy="62075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5629749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F11A6B65-5A20-4F4D-ACBB-ED50132D4571}"/>
              </a:ext>
            </a:extLst>
          </p:cNvPr>
          <p:cNvSpPr>
            <a:spLocks noGrp="1"/>
          </p:cNvSpPr>
          <p:nvPr>
            <p:ph type="ctrTitle"/>
          </p:nvPr>
        </p:nvSpPr>
        <p:spPr/>
        <p:txBody>
          <a:bodyPr rtlCol="0"/>
          <a:lstStyle/>
          <a:p>
            <a:pPr rtl="0"/>
            <a:r>
              <a:rPr lang="en-GB"/>
              <a:t>THANK YOU</a:t>
            </a:r>
          </a:p>
        </p:txBody>
      </p:sp>
      <p:sp>
        <p:nvSpPr>
          <p:cNvPr id="4" name="Text Placeholder 3">
            <a:extLst>
              <a:ext uri="{FF2B5EF4-FFF2-40B4-BE49-F238E27FC236}">
                <a16:creationId xmlns:a16="http://schemas.microsoft.com/office/drawing/2014/main" id="{60828E04-9C2A-4859-8050-C2DF67A249CB}"/>
              </a:ext>
            </a:extLst>
          </p:cNvPr>
          <p:cNvSpPr>
            <a:spLocks noGrp="1"/>
          </p:cNvSpPr>
          <p:nvPr>
            <p:ph type="body" sz="quarter" idx="15"/>
          </p:nvPr>
        </p:nvSpPr>
        <p:spPr>
          <a:xfrm>
            <a:off x="1299029" y="4035727"/>
            <a:ext cx="4205182" cy="382887"/>
          </a:xfrm>
        </p:spPr>
        <p:txBody>
          <a:bodyPr rtlCol="0"/>
          <a:lstStyle/>
          <a:p>
            <a:pPr rtl="0"/>
            <a:r>
              <a:rPr lang="en-GB" dirty="0"/>
              <a:t>Victor Alfonso Gamargo Franco</a:t>
            </a:r>
          </a:p>
        </p:txBody>
      </p:sp>
      <p:pic>
        <p:nvPicPr>
          <p:cNvPr id="9" name="Graphic 8" descr="Envelope" title="Icon Presenter Email">
            <a:extLst>
              <a:ext uri="{FF2B5EF4-FFF2-40B4-BE49-F238E27FC236}">
                <a16:creationId xmlns:a16="http://schemas.microsoft.com/office/drawing/2014/main" id="{773C1382-ACE1-460F-A1B6-AB761A7D2E6B}"/>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783050" y="4536623"/>
            <a:ext cx="218900" cy="218900"/>
          </a:xfrm>
          <a:prstGeom prst="rect">
            <a:avLst/>
          </a:prstGeom>
        </p:spPr>
      </p:pic>
      <p:sp>
        <p:nvSpPr>
          <p:cNvPr id="6" name="Text Placeholder 5">
            <a:extLst>
              <a:ext uri="{FF2B5EF4-FFF2-40B4-BE49-F238E27FC236}">
                <a16:creationId xmlns:a16="http://schemas.microsoft.com/office/drawing/2014/main" id="{50A3BCC3-A277-4C0B-9EBA-EB53990D8EBD}"/>
              </a:ext>
            </a:extLst>
          </p:cNvPr>
          <p:cNvSpPr>
            <a:spLocks noGrp="1"/>
          </p:cNvSpPr>
          <p:nvPr>
            <p:ph type="body" sz="quarter" idx="17"/>
          </p:nvPr>
        </p:nvSpPr>
        <p:spPr/>
        <p:txBody>
          <a:bodyPr rtlCol="0"/>
          <a:lstStyle/>
          <a:p>
            <a:pPr rtl="0"/>
            <a:r>
              <a:rPr lang="en-GB" dirty="0"/>
              <a:t>vg279879@falmouth.ac.uk</a:t>
            </a:r>
          </a:p>
        </p:txBody>
      </p:sp>
      <p:pic>
        <p:nvPicPr>
          <p:cNvPr id="11" name="Graphic 10" descr="Link">
            <a:extLst>
              <a:ext uri="{FF2B5EF4-FFF2-40B4-BE49-F238E27FC236}">
                <a16:creationId xmlns:a16="http://schemas.microsoft.com/office/drawing/2014/main" id="{0718E6E0-05A2-479C-AEA8-1A385EB73474}"/>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66191" y="4904341"/>
            <a:ext cx="244786" cy="244786"/>
          </a:xfrm>
          <a:prstGeom prst="rect">
            <a:avLst/>
          </a:prstGeom>
        </p:spPr>
      </p:pic>
      <p:sp>
        <p:nvSpPr>
          <p:cNvPr id="21" name="Text Placeholder 20">
            <a:extLst>
              <a:ext uri="{FF2B5EF4-FFF2-40B4-BE49-F238E27FC236}">
                <a16:creationId xmlns:a16="http://schemas.microsoft.com/office/drawing/2014/main" id="{E382DE25-E72C-473B-AB0F-13DF377E6A8F}"/>
              </a:ext>
            </a:extLst>
          </p:cNvPr>
          <p:cNvSpPr>
            <a:spLocks noGrp="1"/>
          </p:cNvSpPr>
          <p:nvPr>
            <p:ph type="body" sz="quarter" idx="18"/>
          </p:nvPr>
        </p:nvSpPr>
        <p:spPr>
          <a:xfrm>
            <a:off x="6062268" y="4931262"/>
            <a:ext cx="3691332" cy="489823"/>
          </a:xfrm>
        </p:spPr>
        <p:txBody>
          <a:bodyPr rtlCol="0"/>
          <a:lstStyle/>
          <a:p>
            <a:pPr rtl="0"/>
            <a:r>
              <a:rPr lang="en-GB" dirty="0"/>
              <a:t>https://github.falmouth.ac.uk/GA-Undergrad-Student-Work-24-25/COMP303-279879.git</a:t>
            </a:r>
          </a:p>
        </p:txBody>
      </p:sp>
      <p:sp>
        <p:nvSpPr>
          <p:cNvPr id="22" name="TextBox 21">
            <a:extLst>
              <a:ext uri="{FF2B5EF4-FFF2-40B4-BE49-F238E27FC236}">
                <a16:creationId xmlns:a16="http://schemas.microsoft.com/office/drawing/2014/main" id="{19352CF6-0F22-45A8-B28B-37FAFCE5C5D6}"/>
              </a:ext>
            </a:extLst>
          </p:cNvPr>
          <p:cNvSpPr txBox="1"/>
          <p:nvPr/>
        </p:nvSpPr>
        <p:spPr>
          <a:xfrm>
            <a:off x="10251642" y="182562"/>
            <a:ext cx="1662546" cy="225121"/>
          </a:xfrm>
          <a:prstGeom prst="rect">
            <a:avLst/>
          </a:prstGeom>
          <a:noFill/>
        </p:spPr>
        <p:txBody>
          <a:bodyPr wrap="square" lIns="0" tIns="36000" rIns="0" bIns="0" rtlCol="0">
            <a:spAutoFit/>
          </a:bodyPr>
          <a:lstStyle/>
          <a:p>
            <a:pPr algn="r" rtl="0">
              <a:lnSpc>
                <a:spcPts val="1400"/>
              </a:lnSpc>
            </a:pPr>
            <a:r>
              <a:rPr lang="en-GB" sz="1600" b="1" spc="-100" dirty="0">
                <a:solidFill>
                  <a:schemeClr val="tx1">
                    <a:lumMod val="50000"/>
                    <a:lumOff val="50000"/>
                  </a:schemeClr>
                </a:solidFill>
                <a:latin typeface="Corbel" panose="020B0503020204020204" pitchFamily="34" charset="0"/>
              </a:rPr>
              <a:t>Falmouth</a:t>
            </a:r>
            <a:r>
              <a:rPr lang="en-GB" sz="1600" b="1" spc="-100" dirty="0">
                <a:solidFill>
                  <a:schemeClr val="accent1"/>
                </a:solidFill>
                <a:latin typeface="Corbel" panose="020B0503020204020204" pitchFamily="34" charset="0"/>
              </a:rPr>
              <a:t> </a:t>
            </a:r>
            <a:r>
              <a:rPr lang="en-GB" sz="1600" b="1" spc="-100" dirty="0">
                <a:latin typeface="Corbel" panose="020B0503020204020204" pitchFamily="34" charset="0"/>
              </a:rPr>
              <a:t>University</a:t>
            </a:r>
            <a:endParaRPr lang="en-GB" sz="1600" b="1" spc="-100" dirty="0">
              <a:solidFill>
                <a:schemeClr val="tx1"/>
              </a:solidFill>
              <a:latin typeface="Corbel" panose="020B0503020204020204" pitchFamily="34" charset="0"/>
            </a:endParaRPr>
          </a:p>
        </p:txBody>
      </p:sp>
    </p:spTree>
    <p:extLst>
      <p:ext uri="{BB962C8B-B14F-4D97-AF65-F5344CB8AC3E}">
        <p14:creationId xmlns:p14="http://schemas.microsoft.com/office/powerpoint/2010/main" val="4153678306"/>
      </p:ext>
    </p:extLst>
  </p:cSld>
  <p:clrMapOvr>
    <a:masterClrMapping/>
  </p:clrMapOvr>
</p:sld>
</file>

<file path=ppt/theme/theme1.xml><?xml version="1.0" encoding="utf-8"?>
<a:theme xmlns:a="http://schemas.openxmlformats.org/drawingml/2006/main" name="Office Theme">
  <a:themeElements>
    <a:clrScheme name="Custom 134">
      <a:dk1>
        <a:srgbClr val="000000"/>
      </a:dk1>
      <a:lt1>
        <a:srgbClr val="FFFFFF"/>
      </a:lt1>
      <a:dk2>
        <a:srgbClr val="000000"/>
      </a:dk2>
      <a:lt2>
        <a:srgbClr val="FFFFFF"/>
      </a:lt2>
      <a:accent1>
        <a:srgbClr val="5CB8B3"/>
      </a:accent1>
      <a:accent2>
        <a:srgbClr val="F5D66E"/>
      </a:accent2>
      <a:accent3>
        <a:srgbClr val="D78189"/>
      </a:accent3>
      <a:accent4>
        <a:srgbClr val="7030A0"/>
      </a:accent4>
      <a:accent5>
        <a:srgbClr val="0070C0"/>
      </a:accent5>
      <a:accent6>
        <a:srgbClr val="C4D36D"/>
      </a:accent6>
      <a:hlink>
        <a:srgbClr val="54C3BD"/>
      </a:hlink>
      <a:folHlink>
        <a:srgbClr val="54C3BD"/>
      </a:folHlink>
    </a:clrScheme>
    <a:fontScheme name="Custom 154">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30677756_TF67328976" id="{8D41288C-A143-4C55-A19F-9A38F7741759}" vid="{98B99BFD-3B7E-4AE0-80A8-38C1178D3A4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10" ma:contentTypeDescription="Create a new document." ma:contentTypeScope="" ma:versionID="e3b47856d4cf355c0dacb39e1084d14f">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845a615265fdb1f7b12cc65ac20ecbd"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7" nillable="true" ma:displayName="MediaServiceAutoTags" ma:internalName="MediaServiceAutoTag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6CB1848-D3E0-4F10-B640-720BE758B85B}">
  <ds:schemaRefs>
    <ds:schemaRef ds:uri="http://schemas.microsoft.com/sharepoint/v3/contenttype/forms"/>
  </ds:schemaRefs>
</ds:datastoreItem>
</file>

<file path=customXml/itemProps2.xml><?xml version="1.0" encoding="utf-8"?>
<ds:datastoreItem xmlns:ds="http://schemas.openxmlformats.org/officeDocument/2006/customXml" ds:itemID="{E4934E25-8442-49E9-ABDF-3146C4145F3B}">
  <ds:schemaRefs>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1BBB5711-29E1-4F8E-81A0-7947C57B2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TM04033929[[fn=Slate]]</Template>
  <TotalTime>723</TotalTime>
  <Words>3581</Words>
  <Application>Microsoft Office PowerPoint</Application>
  <PresentationFormat>Widescreen</PresentationFormat>
  <Paragraphs>324</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Corbel</vt:lpstr>
      <vt:lpstr>Times New Roman</vt:lpstr>
      <vt:lpstr>Office Theme</vt:lpstr>
      <vt:lpstr>Dissertation: Presentation</vt:lpstr>
      <vt:lpstr>Introduction</vt:lpstr>
      <vt:lpstr>Solving a problem</vt:lpstr>
      <vt:lpstr>Motivation</vt:lpstr>
      <vt:lpstr>Research</vt:lpstr>
      <vt:lpstr>Literature review</vt:lpstr>
      <vt:lpstr>Dataset, assistive systems &amp; research gaps </vt:lpstr>
      <vt:lpstr>Proposed system</vt:lpstr>
      <vt:lpstr>Custom dataset creation</vt:lpstr>
      <vt:lpstr>Clutter levels</vt:lpstr>
      <vt:lpstr>PowerPoint Presentation</vt:lpstr>
      <vt:lpstr>Test</vt:lpstr>
      <vt:lpstr>Analysis</vt:lpstr>
      <vt:lpstr>Research Methods</vt:lpstr>
      <vt:lpstr>Methodology overview</vt:lpstr>
      <vt:lpstr>Hypothesis &amp; research design</vt:lpstr>
      <vt:lpstr>Data Management &amp; Evaluation</vt:lpstr>
      <vt:lpstr>System development lifecycle</vt:lpstr>
      <vt:lpstr>SDLC</vt:lpstr>
      <vt:lpstr>Ethical considerations</vt:lpstr>
      <vt:lpstr>Ethical Considerations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ALFONSO GAMARGO FRANCO</dc:creator>
  <cp:lastModifiedBy>Victor Gamargo</cp:lastModifiedBy>
  <cp:revision>1</cp:revision>
  <dcterms:created xsi:type="dcterms:W3CDTF">2025-04-10T09:10:23Z</dcterms:created>
  <dcterms:modified xsi:type="dcterms:W3CDTF">2025-04-11T05:47:38Z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